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876701b45224a56" /><Relationship Type="http://schemas.openxmlformats.org/officeDocument/2006/relationships/extended-properties" Target="/docProps/app.xml" Id="Ra1ffe0a3c0414a5a" /><Relationship Type="http://schemas.openxmlformats.org/officeDocument/2006/relationships/officeDocument" Target="/ppt/presentation.xml" Id="R4af6a0fd0f3d4e54" /></Relationships>
</file>

<file path=ppt/presentation.xml><?xml version="1.0" encoding="utf-8"?>
<p:presentation xmlns:p="http://schemas.openxmlformats.org/presentationml/2006/main">
  <p:sldMasterIdLst>
    <p:sldMasterId xmlns:r="http://schemas.openxmlformats.org/officeDocument/2006/relationships" id="2147483648" r:id="R2b1befdf77ec4f6d"/>
  </p:sldMasterIdLst>
  <p:notesMasterIdLst>
    <p:notesMasterId xmlns:r="http://schemas.openxmlformats.org/officeDocument/2006/relationships" r:id="R2a61831fa73a442a"/>
  </p:notesMasterIdLst>
  <p:sldIdLst>
    <p:sldId xmlns:r="http://schemas.openxmlformats.org/officeDocument/2006/relationships" id="256" r:id="R0c19c05ab96c468f"/>
    <p:sldId xmlns:r="http://schemas.openxmlformats.org/officeDocument/2006/relationships" id="257" r:id="R69f498901f294797"/>
    <p:sldId xmlns:r="http://schemas.openxmlformats.org/officeDocument/2006/relationships" id="258" r:id="R0d1d15b6b34a412e"/>
    <p:sldId xmlns:r="http://schemas.openxmlformats.org/officeDocument/2006/relationships" id="259" r:id="Re00a6c2cf4b9411a"/>
    <p:sldId xmlns:r="http://schemas.openxmlformats.org/officeDocument/2006/relationships" id="260" r:id="Rfc9655ea137c4b92"/>
    <p:sldId xmlns:r="http://schemas.openxmlformats.org/officeDocument/2006/relationships" id="261" r:id="R3c5a7c194fa8461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8bb4ae1687341ff" /><Relationship Type="http://schemas.openxmlformats.org/officeDocument/2006/relationships/slideMaster" Target="/ppt/slideMasters/slideMaster1.xml" Id="R2b1befdf77ec4f6d" /><Relationship Type="http://schemas.openxmlformats.org/officeDocument/2006/relationships/notesMaster" Target="/ppt/notesMasters/notesMaster1.xml" Id="R2a61831fa73a442a" /><Relationship Type="http://schemas.openxmlformats.org/officeDocument/2006/relationships/presProps" Target="/ppt/presProps.xml" Id="Ra921f2b744da40d7" /><Relationship Type="http://schemas.openxmlformats.org/officeDocument/2006/relationships/tableStyles" Target="/ppt/tableStyles.xml" Id="R589b1633b08049ee" /><Relationship Type="http://schemas.openxmlformats.org/officeDocument/2006/relationships/slide" Target="/ppt/slides/slide1.xml" Id="R0c19c05ab96c468f" /><Relationship Type="http://schemas.openxmlformats.org/officeDocument/2006/relationships/slide" Target="/ppt/slides/slide2.xml" Id="R69f498901f294797" /><Relationship Type="http://schemas.openxmlformats.org/officeDocument/2006/relationships/slide" Target="/ppt/slides/slide3.xml" Id="R0d1d15b6b34a412e" /><Relationship Type="http://schemas.openxmlformats.org/officeDocument/2006/relationships/slide" Target="/ppt/slides/slide4.xml" Id="Re00a6c2cf4b9411a" /><Relationship Type="http://schemas.openxmlformats.org/officeDocument/2006/relationships/slide" Target="/ppt/slides/slide5.xml" Id="Rfc9655ea137c4b92" /><Relationship Type="http://schemas.openxmlformats.org/officeDocument/2006/relationships/slide" Target="/ppt/slides/slide6.xml" Id="R3c5a7c194fa8461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784b4e0f0444e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64c8d99754040a6" /><Relationship Type="http://schemas.openxmlformats.org/officeDocument/2006/relationships/notesMaster" Target="/ppt/notesMasters/notesMaster1.xml" Id="Rdbe6a9f053164f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3e152b31b94e65" /><Relationship Type="http://schemas.openxmlformats.org/officeDocument/2006/relationships/notesMaster" Target="/ppt/notesMasters/notesMaster1.xml" Id="Rdb80e4155bed4d5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39f1cfc56b0460e" /><Relationship Type="http://schemas.openxmlformats.org/officeDocument/2006/relationships/notesMaster" Target="/ppt/notesMasters/notesMaster1.xml" Id="Reda5adcff5344f78" /></Relationships>
</file>

<file path=ppt/notesSlides/_rels/notesSlide4.xml.rels>&#65279;<?xml version="1.0" encoding="utf-8"?><Relationships xmlns="http://schemas.openxmlformats.org/package/2006/relationships"><Relationship Type="http://schemas.openxmlformats.org/officeDocument/2006/relationships/slide" Target="/ppt/slides/slide4.xml" Id="R48f9f5b1578845fc" /><Relationship Type="http://schemas.openxmlformats.org/officeDocument/2006/relationships/notesMaster" Target="/ppt/notesMasters/notesMaster1.xml" Id="Rec052c2a636940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5106d97347f040f7" /><Relationship Type="http://schemas.openxmlformats.org/officeDocument/2006/relationships/notesMaster" Target="/ppt/notesMasters/notesMaster1.xml" Id="Rea21a2859f334fd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5a41b9e208b4504" /><Relationship Type="http://schemas.openxmlformats.org/officeDocument/2006/relationships/notesMaster" Target="/ppt/notesMasters/notesMaster1.xml" Id="R58276a009b8c478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Bộ hồ sơ NetGuard dùng dữ liệu giả lập. Không mô tả một sự cố có thật. Báo cáo NG-IR-20261027-01, mốc chốt 11:30 ICT.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NetGuard_Nhat_ky.xlsx, Bao cao và Nhat ky he thong. 27/30 cảnh báo đã phân loại. Hai cảnh báo MAL999 và một cảnh báo thiếu mã. 10 cảnh báo cách ly thuộc hai thiết bị. 12 cảnh báo điều tra gồm 9 đã phân loại và 3 chưa phân loại.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Microsoft: https://support.microsoft.com/en-us/excel/functions/vlookup-function và https://support.microsoft.com/en-us/excel/functions/trim-function . Mã MAL001 là mã giả lập. Công thức thực tế có IF cho mã rỗng và IFNA cho mã không tìm thấy. TRIM đơn thuần không loại bỏ CHAR(160).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Kiến trúc đề xuất cho kịch bản NetGuard. Sơ đồ là phân cấp kiểm soát bổ trợ, không phải luồng xử lý tuần tự. Mạng do quản trị mạng phụ trách, thiết bị do quản trị máy, dữ liệu do quản trị dữ liệu. Tất cả hộp và đường nối là đối tượng PowerPoint chỉnh sửa được.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 hoạch đề xuất, chưa thực thi trên hệ thống thật. Đầu mối: SOC phân tích, IT vận hành cách ly và khôi phục, điều phối IR xác nhận kết quả với khách hàng. Chưa có bằng chứng để kết luận rò rỉ dữ liệu. Không kết luận máy sạch chỉ vì một cảnh báo đã bị chặn.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hướng dẫn Microsoft: https://support.microsoft.com/en-us/word/use-the-navigation-pane-in-word ; https://support.microsoft.com/en-us/word/update-a-table-of-contents ; https://support.microsoft.com/en-us/excel/get-started/filter-data-in-a-range-or-table-in-excel . Khi dữ liệu mở rộng, cập nhật phạm vi Table, công thức và thống kê. Cài Inter trên máy trình chiếu hoặc dùng Embed fonts in the file trong PowerPoint.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1c7caa5985f4c4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0625402fddd4b3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59049704fe74a7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4781aa8d2b74f0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2d30f7f6121480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a9a4dc83a554de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E9D8A0B-F874-40D3-BF6E-94AF5818B0D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F25CA16-84E0-463E-8F6B-42E6B3DF479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109CF66-A0EA-4703-9994-C4DAE9551FB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B3CFEC-B7AD-4868-88E9-11E1E34AC8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9C0B8EE-4C12-4665-828F-163D615835B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12E3B7A-E1C3-4AC6-AC47-B42118F7FF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F7EB87A-3A25-4E89-8DD2-BC4B5182CC4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7917F4F-E9CD-409F-82E7-CF2A46F4BF9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9E92F25-C58C-4E86-9FA2-6CF80D1571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D15AC64-7094-4DD1-829C-6971D5EB84B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f41dfd161a54f6e" /><Relationship Type="http://schemas.openxmlformats.org/officeDocument/2006/relationships/slideLayout" Target="/ppt/slideLayouts/slideLayout1.xml" Id="R916b36a835114c7d" /><Relationship Type="http://schemas.openxmlformats.org/officeDocument/2006/relationships/slideLayout" Target="/ppt/slideLayouts/slideLayout2.xml" Id="R405decd5bee94f2e" /><Relationship Type="http://schemas.openxmlformats.org/officeDocument/2006/relationships/slideLayout" Target="/ppt/slideLayouts/slideLayout3.xml" Id="R613fc23ef8cd4022" /><Relationship Type="http://schemas.openxmlformats.org/officeDocument/2006/relationships/slideLayout" Target="/ppt/slideLayouts/slideLayout4.xml" Id="R55fc3f59aa3148f1" /><Relationship Type="http://schemas.openxmlformats.org/officeDocument/2006/relationships/slideLayout" Target="/ppt/slideLayouts/slideLayout5.xml" Id="Rec212319f2ad4b2b" /><Relationship Type="http://schemas.openxmlformats.org/officeDocument/2006/relationships/slideLayout" Target="/ppt/slideLayouts/slideLayout6.xml" Id="Re3f9e32f5cc447b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16b36a835114c7d"/>
    <p:sldLayoutId xmlns:r="http://schemas.openxmlformats.org/officeDocument/2006/relationships" id="2147483650" r:id="R405decd5bee94f2e"/>
    <p:sldLayoutId xmlns:r="http://schemas.openxmlformats.org/officeDocument/2006/relationships" id="2147483651" r:id="R613fc23ef8cd4022"/>
    <p:sldLayoutId xmlns:r="http://schemas.openxmlformats.org/officeDocument/2006/relationships" id="2147483652" r:id="R55fc3f59aa3148f1"/>
    <p:sldLayoutId xmlns:r="http://schemas.openxmlformats.org/officeDocument/2006/relationships" id="2147483653" r:id="Rec212319f2ad4b2b"/>
    <p:sldLayoutId xmlns:r="http://schemas.openxmlformats.org/officeDocument/2006/relationships" id="2147483654" r:id="Re3f9e32f5cc447b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9c022bbef2547b7" /><Relationship Type="http://schemas.openxmlformats.org/officeDocument/2006/relationships/notesSlide" Target="/ppt/notesSlides/notesSlide1.xml" Id="Rb634e7f7fd6a47b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a19e7db136543a9" /><Relationship Type="http://schemas.openxmlformats.org/officeDocument/2006/relationships/notesSlide" Target="/ppt/notesSlides/notesSlide2.xml" Id="R47877749de774ea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453528be22c4019" /><Relationship Type="http://schemas.openxmlformats.org/officeDocument/2006/relationships/notesSlide" Target="/ppt/notesSlides/notesSlide3.xml" Id="Rb2389f18c6aa4fd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7cb5dd7081e4d1f" /><Relationship Type="http://schemas.openxmlformats.org/officeDocument/2006/relationships/notesSlide" Target="/ppt/notesSlides/notesSlide4.xml" Id="R750c612a3ba24e4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883e123a5434106" /><Relationship Type="http://schemas.openxmlformats.org/officeDocument/2006/relationships/notesSlide" Target="/ppt/notesSlides/notesSlide5.xml" Id="R4faf6bf0951e4c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7d535832b4a43a5" /><Relationship Type="http://schemas.openxmlformats.org/officeDocument/2006/relationships/notesSlide" Target="/ppt/notesSlides/notesSlide6.xml" Id="Rfb72fceb2f4e4b5a" /></Relationships>
</file>

<file path=ppt/slides/slide1.xml><?xml version="1.0" encoding="utf-8"?>
<p:sld xmlns:p="http://schemas.openxmlformats.org/presentationml/2006/main">
  <p:cSld>
    <p:bg>
      <p:bgPr>
        <a:solidFill xmlns:a="http://schemas.openxmlformats.org/drawingml/2006/main">
          <a:srgbClr val="102B46"/>
        </a:solidFill>
      </p:bgPr>
    </p:bg>
    <p:spTree>
      <p:nvGrpSpPr>
        <p:cNvPr id="1" name=""/>
        <p:cNvGrpSpPr/>
        <p:nvPr/>
      </p:nvGrpSpPr>
      <p:grpSpPr>
        <a:xfrm xmlns:a="http://schemas.openxmlformats.org/drawingml/2006/main"/>
      </p:grpSpPr>
      <p:sp>
        <p:nvSpPr>
          <p:cNvPr id="5" name="brand">
            <a:extLst xmlns:a="http://schemas.openxmlformats.org/drawingml/2006/main">
              <a:ext uri="{FF2B5EF4-FFF2-40B4-BE49-F238E27FC236}">
                <a16:creationId xmlns:a16="http://schemas.microsoft.com/office/drawing/2014/main" id="{6A15B80E-FE9B-424A-8018-C45191ED1E88}"/>
              </a:ext>
            </a:extLst>
          </p:cNvPr>
          <p:cNvSpPr>
            <a:spLocks xmlns:a="http://schemas.openxmlformats.org/drawingml/2006/main" noGrp="1"/>
          </p:cNvSpPr>
          <p:nvPr/>
        </p:nvSpPr>
        <p:spPr>
          <a:xfrm xmlns:a="http://schemas.openxmlformats.org/drawingml/2006/main">
            <a:off x="685800" y="66675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9EDDE1"/>
                </a:solidFill>
                <a:latin typeface="Inter"/>
                <a:ea typeface="Inter"/>
                <a:cs typeface="Inter"/>
              </a:defRPr>
            </a:defPPr>
            <a:lvl1pPr algn="l">
              <a:defRPr sz="2250" b="1">
                <a:solidFill>
                  <a:srgbClr val="9EDDE1"/>
                </a:solidFill>
                <a:latin typeface="Inter"/>
                <a:ea typeface="Inter"/>
                <a:cs typeface="Inter"/>
              </a:defRPr>
            </a:lvl1pPr>
            <a:lvl2pPr algn="l">
              <a:defRPr sz="2250" b="1">
                <a:solidFill>
                  <a:srgbClr val="9EDDE1"/>
                </a:solidFill>
                <a:latin typeface="Inter"/>
                <a:ea typeface="Inter"/>
                <a:cs typeface="Inter"/>
              </a:defRPr>
            </a:lvl2pPr>
            <a:lvl3pPr algn="l">
              <a:defRPr sz="2250" b="1">
                <a:solidFill>
                  <a:srgbClr val="9EDDE1"/>
                </a:solidFill>
                <a:latin typeface="Inter"/>
                <a:ea typeface="Inter"/>
                <a:cs typeface="Inter"/>
              </a:defRPr>
            </a:lvl3pPr>
            <a:lvl4pPr algn="l">
              <a:defRPr sz="2250" b="1">
                <a:solidFill>
                  <a:srgbClr val="9EDDE1"/>
                </a:solidFill>
                <a:latin typeface="Inter"/>
                <a:ea typeface="Inter"/>
                <a:cs typeface="Inter"/>
              </a:defRPr>
            </a:lvl4pPr>
            <a:lvl5pPr algn="l">
              <a:defRPr sz="2250" b="1">
                <a:solidFill>
                  <a:srgbClr val="9EDDE1"/>
                </a:solidFill>
                <a:latin typeface="Inter"/>
                <a:ea typeface="Inter"/>
                <a:cs typeface="Inter"/>
              </a:defRPr>
            </a:lvl5pPr>
            <a:lvl6pPr algn="l">
              <a:defRPr sz="2250" b="1">
                <a:solidFill>
                  <a:srgbClr val="9EDDE1"/>
                </a:solidFill>
                <a:latin typeface="Inter"/>
                <a:ea typeface="Inter"/>
                <a:cs typeface="Inter"/>
              </a:defRPr>
            </a:lvl6pPr>
            <a:lvl7pPr algn="l">
              <a:defRPr sz="2250" b="1">
                <a:solidFill>
                  <a:srgbClr val="9EDDE1"/>
                </a:solidFill>
                <a:latin typeface="Inter"/>
                <a:ea typeface="Inter"/>
                <a:cs typeface="Inter"/>
              </a:defRPr>
            </a:lvl7pPr>
            <a:lvl8pPr algn="l">
              <a:defRPr sz="2250" b="1">
                <a:solidFill>
                  <a:srgbClr val="9EDDE1"/>
                </a:solidFill>
                <a:latin typeface="Inter"/>
                <a:ea typeface="Inter"/>
                <a:cs typeface="Inter"/>
              </a:defRPr>
            </a:lvl8pPr>
            <a:lvl9pPr algn="l">
              <a:defRPr sz="2250" b="1">
                <a:solidFill>
                  <a:srgbClr val="9EDDE1"/>
                </a:solidFill>
                <a:latin typeface="Inter"/>
                <a:ea typeface="Inter"/>
                <a:cs typeface="Inter"/>
              </a:defRPr>
            </a:lvl9pPr>
          </a:lstStyle>
          <a:p xmlns:a="http://schemas.openxmlformats.org/drawingml/2006/main">
            <a:pPr algn="l">
              <a:defRPr sz="2250" b="1">
                <a:solidFill>
                  <a:srgbClr val="9EDDE1"/>
                </a:solidFill>
                <a:latin typeface="Inter"/>
                <a:ea typeface="Inter"/>
                <a:cs typeface="Inter"/>
              </a:defRPr>
            </a:pPr>
            <a:r>
              <a:rPr sz="2250" b="1">
                <a:solidFill>
                  <a:srgbClr val="9EDDE1"/>
                </a:solidFill>
                <a:latin typeface="Inter"/>
                <a:ea typeface="Inter"/>
                <a:cs typeface="Inter"/>
              </a:rPr>
              <a:t>NETGUARD</a:t>
            </a:r>
          </a:p>
        </p:txBody>
      </p:sp>
      <p:sp>
        <p:nvSpPr>
          <p:cNvPr id="2" name="title">
            <a:extLst xmlns:a="http://schemas.openxmlformats.org/drawingml/2006/main">
              <a:ext uri="{FF2B5EF4-FFF2-40B4-BE49-F238E27FC236}">
                <a16:creationId xmlns:a16="http://schemas.microsoft.com/office/drawing/2014/main" id="{40A4272B-1017-4573-87D6-52EBD3634F78}"/>
              </a:ext>
            </a:extLst>
          </p:cNvPr>
          <p:cNvSpPr>
            <a:spLocks xmlns:a="http://schemas.openxmlformats.org/drawingml/2006/main" noGrp="1"/>
          </p:cNvSpPr>
          <p:nvPr/>
        </p:nvSpPr>
        <p:spPr>
          <a:xfrm xmlns:a="http://schemas.openxmlformats.org/drawingml/2006/main">
            <a:off x="685800" y="1905000"/>
            <a:ext cx="108204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5400" b="1">
                <a:solidFill>
                  <a:srgbClr val="FFFFFF"/>
                </a:solidFill>
                <a:latin typeface="Inter"/>
                <a:ea typeface="Inter"/>
                <a:cs typeface="Inter"/>
              </a:defRPr>
            </a:defPPr>
            <a:lvl1pPr algn="l">
              <a:defRPr sz="5400" b="1">
                <a:solidFill>
                  <a:srgbClr val="FFFFFF"/>
                </a:solidFill>
                <a:latin typeface="Inter"/>
                <a:ea typeface="Inter"/>
                <a:cs typeface="Inter"/>
              </a:defRPr>
            </a:lvl1pPr>
            <a:lvl2pPr algn="l">
              <a:defRPr sz="5400" b="1">
                <a:solidFill>
                  <a:srgbClr val="FFFFFF"/>
                </a:solidFill>
                <a:latin typeface="Inter"/>
                <a:ea typeface="Inter"/>
                <a:cs typeface="Inter"/>
              </a:defRPr>
            </a:lvl2pPr>
            <a:lvl3pPr algn="l">
              <a:defRPr sz="5400" b="1">
                <a:solidFill>
                  <a:srgbClr val="FFFFFF"/>
                </a:solidFill>
                <a:latin typeface="Inter"/>
                <a:ea typeface="Inter"/>
                <a:cs typeface="Inter"/>
              </a:defRPr>
            </a:lvl3pPr>
            <a:lvl4pPr algn="l">
              <a:defRPr sz="5400" b="1">
                <a:solidFill>
                  <a:srgbClr val="FFFFFF"/>
                </a:solidFill>
                <a:latin typeface="Inter"/>
                <a:ea typeface="Inter"/>
                <a:cs typeface="Inter"/>
              </a:defRPr>
            </a:lvl4pPr>
            <a:lvl5pPr algn="l">
              <a:defRPr sz="5400" b="1">
                <a:solidFill>
                  <a:srgbClr val="FFFFFF"/>
                </a:solidFill>
                <a:latin typeface="Inter"/>
                <a:ea typeface="Inter"/>
                <a:cs typeface="Inter"/>
              </a:defRPr>
            </a:lvl5pPr>
            <a:lvl6pPr algn="l">
              <a:defRPr sz="5400" b="1">
                <a:solidFill>
                  <a:srgbClr val="FFFFFF"/>
                </a:solidFill>
                <a:latin typeface="Inter"/>
                <a:ea typeface="Inter"/>
                <a:cs typeface="Inter"/>
              </a:defRPr>
            </a:lvl6pPr>
            <a:lvl7pPr algn="l">
              <a:defRPr sz="5400" b="1">
                <a:solidFill>
                  <a:srgbClr val="FFFFFF"/>
                </a:solidFill>
                <a:latin typeface="Inter"/>
                <a:ea typeface="Inter"/>
                <a:cs typeface="Inter"/>
              </a:defRPr>
            </a:lvl7pPr>
            <a:lvl8pPr algn="l">
              <a:defRPr sz="5400" b="1">
                <a:solidFill>
                  <a:srgbClr val="FFFFFF"/>
                </a:solidFill>
                <a:latin typeface="Inter"/>
                <a:ea typeface="Inter"/>
                <a:cs typeface="Inter"/>
              </a:defRPr>
            </a:lvl8pPr>
            <a:lvl9pPr algn="l">
              <a:defRPr sz="5400" b="1">
                <a:solidFill>
                  <a:srgbClr val="FFFFFF"/>
                </a:solidFill>
                <a:latin typeface="Inter"/>
                <a:ea typeface="Inter"/>
                <a:cs typeface="Inter"/>
              </a:defRPr>
            </a:lvl9pPr>
          </a:lstStyle>
          <a:p xmlns:a="http://schemas.openxmlformats.org/drawingml/2006/main">
            <a:pPr algn="l">
              <a:defRPr sz="5400" b="1">
                <a:solidFill>
                  <a:srgbClr val="FFFFFF"/>
                </a:solidFill>
                <a:latin typeface="Inter"/>
                <a:ea typeface="Inter"/>
                <a:cs typeface="Inter"/>
              </a:defRPr>
            </a:pPr>
            <a:r>
              <a:rPr sz="5400" b="1">
                <a:solidFill>
                  <a:srgbClr val="FFFFFF"/>
                </a:solidFill>
                <a:latin typeface="Inter"/>
                <a:ea typeface="Inter"/>
                <a:cs typeface="Inter"/>
              </a:rPr>
              <a:t>Báo cáo sự cố</a:t>
            </a:r>
          </a:p>
          <a:p xmlns:a="http://schemas.openxmlformats.org/drawingml/2006/main">
            <a:pPr algn="l">
              <a:defRPr sz="5400" b="1">
                <a:solidFill>
                  <a:srgbClr val="FFFFFF"/>
                </a:solidFill>
                <a:latin typeface="Inter"/>
                <a:ea typeface="Inter"/>
                <a:cs typeface="Inter"/>
              </a:defRPr>
            </a:pPr>
            <a:r>
              <a:rPr sz="5400" b="1">
                <a:solidFill>
                  <a:srgbClr val="FFFFFF"/>
                </a:solidFill>
                <a:latin typeface="Inter"/>
                <a:ea typeface="Inter"/>
                <a:cs typeface="Inter"/>
              </a:rPr>
              <a:t>an ninh mạng</a:t>
            </a:r>
          </a:p>
        </p:txBody>
      </p:sp>
      <p:sp>
        <p:nvSpPr>
          <p:cNvPr id="3" name="subtitle">
            <a:extLst xmlns:a="http://schemas.openxmlformats.org/drawingml/2006/main">
              <a:ext uri="{FF2B5EF4-FFF2-40B4-BE49-F238E27FC236}">
                <a16:creationId xmlns:a16="http://schemas.microsoft.com/office/drawing/2014/main" id="{92DFCA9B-9D6F-4BAA-B5CC-3ABA9CACB705}"/>
              </a:ext>
            </a:extLst>
          </p:cNvPr>
          <p:cNvSpPr>
            <a:spLocks xmlns:a="http://schemas.openxmlformats.org/drawingml/2006/main" noGrp="1"/>
          </p:cNvSpPr>
          <p:nvPr/>
        </p:nvSpPr>
        <p:spPr>
          <a:xfrm xmlns:a="http://schemas.openxmlformats.org/drawingml/2006/main">
            <a:off x="685800" y="4143375"/>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0">
                <a:solidFill>
                  <a:srgbClr val="FFFFFF"/>
                </a:solidFill>
                <a:latin typeface="Inter"/>
                <a:ea typeface="Inter"/>
                <a:cs typeface="Inter"/>
              </a:defRPr>
            </a:defPPr>
            <a:lvl1pPr algn="l">
              <a:defRPr sz="2550" b="0">
                <a:solidFill>
                  <a:srgbClr val="FFFFFF"/>
                </a:solidFill>
                <a:latin typeface="Inter"/>
                <a:ea typeface="Inter"/>
                <a:cs typeface="Inter"/>
              </a:defRPr>
            </a:lvl1pPr>
            <a:lvl2pPr algn="l">
              <a:defRPr sz="2550" b="0">
                <a:solidFill>
                  <a:srgbClr val="FFFFFF"/>
                </a:solidFill>
                <a:latin typeface="Inter"/>
                <a:ea typeface="Inter"/>
                <a:cs typeface="Inter"/>
              </a:defRPr>
            </a:lvl2pPr>
            <a:lvl3pPr algn="l">
              <a:defRPr sz="2550" b="0">
                <a:solidFill>
                  <a:srgbClr val="FFFFFF"/>
                </a:solidFill>
                <a:latin typeface="Inter"/>
                <a:ea typeface="Inter"/>
                <a:cs typeface="Inter"/>
              </a:defRPr>
            </a:lvl3pPr>
            <a:lvl4pPr algn="l">
              <a:defRPr sz="2550" b="0">
                <a:solidFill>
                  <a:srgbClr val="FFFFFF"/>
                </a:solidFill>
                <a:latin typeface="Inter"/>
                <a:ea typeface="Inter"/>
                <a:cs typeface="Inter"/>
              </a:defRPr>
            </a:lvl4pPr>
            <a:lvl5pPr algn="l">
              <a:defRPr sz="2550" b="0">
                <a:solidFill>
                  <a:srgbClr val="FFFFFF"/>
                </a:solidFill>
                <a:latin typeface="Inter"/>
                <a:ea typeface="Inter"/>
                <a:cs typeface="Inter"/>
              </a:defRPr>
            </a:lvl5pPr>
            <a:lvl6pPr algn="l">
              <a:defRPr sz="2550" b="0">
                <a:solidFill>
                  <a:srgbClr val="FFFFFF"/>
                </a:solidFill>
                <a:latin typeface="Inter"/>
                <a:ea typeface="Inter"/>
                <a:cs typeface="Inter"/>
              </a:defRPr>
            </a:lvl6pPr>
            <a:lvl7pPr algn="l">
              <a:defRPr sz="2550" b="0">
                <a:solidFill>
                  <a:srgbClr val="FFFFFF"/>
                </a:solidFill>
                <a:latin typeface="Inter"/>
                <a:ea typeface="Inter"/>
                <a:cs typeface="Inter"/>
              </a:defRPr>
            </a:lvl7pPr>
            <a:lvl8pPr algn="l">
              <a:defRPr sz="2550" b="0">
                <a:solidFill>
                  <a:srgbClr val="FFFFFF"/>
                </a:solidFill>
                <a:latin typeface="Inter"/>
                <a:ea typeface="Inter"/>
                <a:cs typeface="Inter"/>
              </a:defRPr>
            </a:lvl8pPr>
            <a:lvl9pPr algn="l">
              <a:defRPr sz="2550" b="0">
                <a:solidFill>
                  <a:srgbClr val="FFFFFF"/>
                </a:solidFill>
                <a:latin typeface="Inter"/>
                <a:ea typeface="Inter"/>
                <a:cs typeface="Inter"/>
              </a:defRPr>
            </a:lvl9pPr>
          </a:lstStyle>
          <a:p xmlns:a="http://schemas.openxmlformats.org/drawingml/2006/main">
            <a:pPr algn="l">
              <a:defRPr sz="2550" b="0">
                <a:solidFill>
                  <a:srgbClr val="FFFFFF"/>
                </a:solidFill>
                <a:latin typeface="Inter"/>
                <a:ea typeface="Inter"/>
                <a:cs typeface="Inter"/>
              </a:defRPr>
            </a:pPr>
            <a:r>
              <a:rPr sz="2550" b="0">
                <a:solidFill>
                  <a:srgbClr val="FFFFFF"/>
                </a:solidFill>
                <a:latin typeface="Inter"/>
                <a:ea typeface="Inter"/>
                <a:cs typeface="Inter"/>
              </a:rPr>
              <a:t>Phân tích cảnh báo và phòng thủ ba tầng</a:t>
            </a:r>
          </a:p>
        </p:txBody>
      </p:sp>
      <p:sp>
        <p:nvSpPr>
          <p:cNvPr id="4" name="date">
            <a:extLst xmlns:a="http://schemas.openxmlformats.org/drawingml/2006/main">
              <a:ext uri="{FF2B5EF4-FFF2-40B4-BE49-F238E27FC236}">
                <a16:creationId xmlns:a16="http://schemas.microsoft.com/office/drawing/2014/main" id="{02D50272-A03A-4C74-9DF1-9AF05A8BCC90}"/>
              </a:ext>
            </a:extLst>
          </p:cNvPr>
          <p:cNvSpPr>
            <a:spLocks xmlns:a="http://schemas.openxmlformats.org/drawingml/2006/main" noGrp="1"/>
          </p:cNvSpPr>
          <p:nvPr/>
        </p:nvSpPr>
        <p:spPr>
          <a:xfrm xmlns:a="http://schemas.openxmlformats.org/drawingml/2006/main">
            <a:off x="685800" y="5734050"/>
            <a:ext cx="10820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0">
                <a:solidFill>
                  <a:srgbClr val="C5D9EA"/>
                </a:solidFill>
                <a:latin typeface="Inter"/>
                <a:ea typeface="Inter"/>
                <a:cs typeface="Inter"/>
              </a:defRPr>
            </a:defPPr>
            <a:lvl1pPr algn="l">
              <a:defRPr sz="1875" b="0">
                <a:solidFill>
                  <a:srgbClr val="C5D9EA"/>
                </a:solidFill>
                <a:latin typeface="Inter"/>
                <a:ea typeface="Inter"/>
                <a:cs typeface="Inter"/>
              </a:defRPr>
            </a:lvl1pPr>
            <a:lvl2pPr algn="l">
              <a:defRPr sz="1875" b="0">
                <a:solidFill>
                  <a:srgbClr val="C5D9EA"/>
                </a:solidFill>
                <a:latin typeface="Inter"/>
                <a:ea typeface="Inter"/>
                <a:cs typeface="Inter"/>
              </a:defRPr>
            </a:lvl2pPr>
            <a:lvl3pPr algn="l">
              <a:defRPr sz="1875" b="0">
                <a:solidFill>
                  <a:srgbClr val="C5D9EA"/>
                </a:solidFill>
                <a:latin typeface="Inter"/>
                <a:ea typeface="Inter"/>
                <a:cs typeface="Inter"/>
              </a:defRPr>
            </a:lvl3pPr>
            <a:lvl4pPr algn="l">
              <a:defRPr sz="1875" b="0">
                <a:solidFill>
                  <a:srgbClr val="C5D9EA"/>
                </a:solidFill>
                <a:latin typeface="Inter"/>
                <a:ea typeface="Inter"/>
                <a:cs typeface="Inter"/>
              </a:defRPr>
            </a:lvl4pPr>
            <a:lvl5pPr algn="l">
              <a:defRPr sz="1875" b="0">
                <a:solidFill>
                  <a:srgbClr val="C5D9EA"/>
                </a:solidFill>
                <a:latin typeface="Inter"/>
                <a:ea typeface="Inter"/>
                <a:cs typeface="Inter"/>
              </a:defRPr>
            </a:lvl5pPr>
            <a:lvl6pPr algn="l">
              <a:defRPr sz="1875" b="0">
                <a:solidFill>
                  <a:srgbClr val="C5D9EA"/>
                </a:solidFill>
                <a:latin typeface="Inter"/>
                <a:ea typeface="Inter"/>
                <a:cs typeface="Inter"/>
              </a:defRPr>
            </a:lvl6pPr>
            <a:lvl7pPr algn="l">
              <a:defRPr sz="1875" b="0">
                <a:solidFill>
                  <a:srgbClr val="C5D9EA"/>
                </a:solidFill>
                <a:latin typeface="Inter"/>
                <a:ea typeface="Inter"/>
                <a:cs typeface="Inter"/>
              </a:defRPr>
            </a:lvl7pPr>
            <a:lvl8pPr algn="l">
              <a:defRPr sz="1875" b="0">
                <a:solidFill>
                  <a:srgbClr val="C5D9EA"/>
                </a:solidFill>
                <a:latin typeface="Inter"/>
                <a:ea typeface="Inter"/>
                <a:cs typeface="Inter"/>
              </a:defRPr>
            </a:lvl8pPr>
            <a:lvl9pPr algn="l">
              <a:defRPr sz="1875" b="0">
                <a:solidFill>
                  <a:srgbClr val="C5D9EA"/>
                </a:solidFill>
                <a:latin typeface="Inter"/>
                <a:ea typeface="Inter"/>
                <a:cs typeface="Inter"/>
              </a:defRPr>
            </a:lvl9pPr>
          </a:lstStyle>
          <a:p xmlns:a="http://schemas.openxmlformats.org/drawingml/2006/main">
            <a:pPr algn="l">
              <a:defRPr sz="1875" b="0">
                <a:solidFill>
                  <a:srgbClr val="C5D9EA"/>
                </a:solidFill>
                <a:latin typeface="Inter"/>
                <a:ea typeface="Inter"/>
                <a:cs typeface="Inter"/>
              </a:defRPr>
            </a:pPr>
            <a:r>
              <a:rPr sz="1875" b="0">
                <a:solidFill>
                  <a:srgbClr val="C5D9EA"/>
                </a:solidFill>
                <a:latin typeface="Inter"/>
                <a:ea typeface="Inter"/>
                <a:cs typeface="Inter"/>
              </a:rPr>
              <a:t>Diễn tập với dữ liệu giả lập, 27/10/2026</a:t>
            </a:r>
          </a:p>
        </p:txBody>
      </p:sp>
    </p:spTree>
    <p:extLst>
      <p:ext uri="{BB962C8B-B14F-4D97-AF65-F5344CB8AC3E}">
        <p14:creationId xmlns:p14="http://schemas.microsoft.com/office/powerpoint/2010/main" val="144611062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heading">
            <a:extLst xmlns:a="http://schemas.openxmlformats.org/drawingml/2006/main">
              <a:ext uri="{FF2B5EF4-FFF2-40B4-BE49-F238E27FC236}">
                <a16:creationId xmlns:a16="http://schemas.microsoft.com/office/drawing/2014/main" id="{3C9185C4-FD7A-4C66-89F1-DAEC790C94A5}"/>
              </a:ext>
            </a:extLst>
          </p:cNvPr>
          <p:cNvSpPr>
            <a:spLocks xmlns:a="http://schemas.openxmlformats.org/drawingml/2006/main" noGrp="1"/>
          </p:cNvSpPr>
          <p:nvPr/>
        </p:nvSpPr>
        <p:spPr>
          <a:xfrm xmlns:a="http://schemas.openxmlformats.org/drawingml/2006/main">
            <a:off x="609600" y="381000"/>
            <a:ext cx="109728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300" b="1">
                <a:solidFill>
                  <a:srgbClr val="172B40"/>
                </a:solidFill>
                <a:latin typeface="Inter"/>
                <a:ea typeface="Inter"/>
                <a:cs typeface="Inter"/>
              </a:defRPr>
            </a:defPPr>
            <a:lvl1pPr algn="l">
              <a:defRPr sz="3300" b="1">
                <a:solidFill>
                  <a:srgbClr val="172B40"/>
                </a:solidFill>
                <a:latin typeface="Inter"/>
                <a:ea typeface="Inter"/>
                <a:cs typeface="Inter"/>
              </a:defRPr>
            </a:lvl1pPr>
            <a:lvl2pPr algn="l">
              <a:defRPr sz="3300" b="1">
                <a:solidFill>
                  <a:srgbClr val="172B40"/>
                </a:solidFill>
                <a:latin typeface="Inter"/>
                <a:ea typeface="Inter"/>
                <a:cs typeface="Inter"/>
              </a:defRPr>
            </a:lvl2pPr>
            <a:lvl3pPr algn="l">
              <a:defRPr sz="3300" b="1">
                <a:solidFill>
                  <a:srgbClr val="172B40"/>
                </a:solidFill>
                <a:latin typeface="Inter"/>
                <a:ea typeface="Inter"/>
                <a:cs typeface="Inter"/>
              </a:defRPr>
            </a:lvl3pPr>
            <a:lvl4pPr algn="l">
              <a:defRPr sz="3300" b="1">
                <a:solidFill>
                  <a:srgbClr val="172B40"/>
                </a:solidFill>
                <a:latin typeface="Inter"/>
                <a:ea typeface="Inter"/>
                <a:cs typeface="Inter"/>
              </a:defRPr>
            </a:lvl4pPr>
            <a:lvl5pPr algn="l">
              <a:defRPr sz="3300" b="1">
                <a:solidFill>
                  <a:srgbClr val="172B40"/>
                </a:solidFill>
                <a:latin typeface="Inter"/>
                <a:ea typeface="Inter"/>
                <a:cs typeface="Inter"/>
              </a:defRPr>
            </a:lvl5pPr>
            <a:lvl6pPr algn="l">
              <a:defRPr sz="3300" b="1">
                <a:solidFill>
                  <a:srgbClr val="172B40"/>
                </a:solidFill>
                <a:latin typeface="Inter"/>
                <a:ea typeface="Inter"/>
                <a:cs typeface="Inter"/>
              </a:defRPr>
            </a:lvl6pPr>
            <a:lvl7pPr algn="l">
              <a:defRPr sz="3300" b="1">
                <a:solidFill>
                  <a:srgbClr val="172B40"/>
                </a:solidFill>
                <a:latin typeface="Inter"/>
                <a:ea typeface="Inter"/>
                <a:cs typeface="Inter"/>
              </a:defRPr>
            </a:lvl7pPr>
            <a:lvl8pPr algn="l">
              <a:defRPr sz="3300" b="1">
                <a:solidFill>
                  <a:srgbClr val="172B40"/>
                </a:solidFill>
                <a:latin typeface="Inter"/>
                <a:ea typeface="Inter"/>
                <a:cs typeface="Inter"/>
              </a:defRPr>
            </a:lvl8pPr>
            <a:lvl9pPr algn="l">
              <a:defRPr sz="3300" b="1">
                <a:solidFill>
                  <a:srgbClr val="172B40"/>
                </a:solidFill>
                <a:latin typeface="Inter"/>
                <a:ea typeface="Inter"/>
                <a:cs typeface="Inter"/>
              </a:defRPr>
            </a:lvl9pPr>
          </a:lstStyle>
          <a:p xmlns:a="http://schemas.openxmlformats.org/drawingml/2006/main">
            <a:pPr algn="l">
              <a:defRPr sz="3300" b="1">
                <a:solidFill>
                  <a:srgbClr val="172B40"/>
                </a:solidFill>
                <a:latin typeface="Inter"/>
                <a:ea typeface="Inter"/>
                <a:cs typeface="Inter"/>
              </a:defRPr>
            </a:pPr>
            <a:r>
              <a:rPr sz="3300" b="1">
                <a:solidFill>
                  <a:srgbClr val="172B40"/>
                </a:solidFill>
                <a:latin typeface="Inter"/>
                <a:ea typeface="Inter"/>
                <a:cs typeface="Inter"/>
              </a:rPr>
              <a:t>30 cảnh báo trên 8 thiết bị</a:t>
            </a:r>
          </a:p>
        </p:txBody>
      </p:sp>
      <p:sp>
        <p:nvSpPr>
          <p:cNvPr id="2" name="number-0">
            <a:extLst xmlns:a="http://schemas.openxmlformats.org/drawingml/2006/main">
              <a:ext uri="{FF2B5EF4-FFF2-40B4-BE49-F238E27FC236}">
                <a16:creationId xmlns:a16="http://schemas.microsoft.com/office/drawing/2014/main" id="{3040C0A3-132A-44FA-B646-0D1A19427ED4}"/>
              </a:ext>
            </a:extLst>
          </p:cNvPr>
          <p:cNvSpPr>
            <a:spLocks xmlns:a="http://schemas.openxmlformats.org/drawingml/2006/main" noGrp="1"/>
          </p:cNvSpPr>
          <p:nvPr/>
        </p:nvSpPr>
        <p:spPr>
          <a:xfrm xmlns:a="http://schemas.openxmlformats.org/drawingml/2006/main">
            <a:off x="685800" y="1581150"/>
            <a:ext cx="3143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7500" b="1">
                <a:solidFill>
                  <a:srgbClr val="235A8C"/>
                </a:solidFill>
                <a:latin typeface="Inter"/>
                <a:ea typeface="Inter"/>
                <a:cs typeface="Inter"/>
              </a:defRPr>
            </a:defPPr>
            <a:lvl1pPr algn="l">
              <a:defRPr sz="7500" b="1">
                <a:solidFill>
                  <a:srgbClr val="235A8C"/>
                </a:solidFill>
                <a:latin typeface="Inter"/>
                <a:ea typeface="Inter"/>
                <a:cs typeface="Inter"/>
              </a:defRPr>
            </a:lvl1pPr>
            <a:lvl2pPr algn="l">
              <a:defRPr sz="7500" b="1">
                <a:solidFill>
                  <a:srgbClr val="235A8C"/>
                </a:solidFill>
                <a:latin typeface="Inter"/>
                <a:ea typeface="Inter"/>
                <a:cs typeface="Inter"/>
              </a:defRPr>
            </a:lvl2pPr>
            <a:lvl3pPr algn="l">
              <a:defRPr sz="7500" b="1">
                <a:solidFill>
                  <a:srgbClr val="235A8C"/>
                </a:solidFill>
                <a:latin typeface="Inter"/>
                <a:ea typeface="Inter"/>
                <a:cs typeface="Inter"/>
              </a:defRPr>
            </a:lvl3pPr>
            <a:lvl4pPr algn="l">
              <a:defRPr sz="7500" b="1">
                <a:solidFill>
                  <a:srgbClr val="235A8C"/>
                </a:solidFill>
                <a:latin typeface="Inter"/>
                <a:ea typeface="Inter"/>
                <a:cs typeface="Inter"/>
              </a:defRPr>
            </a:lvl4pPr>
            <a:lvl5pPr algn="l">
              <a:defRPr sz="7500" b="1">
                <a:solidFill>
                  <a:srgbClr val="235A8C"/>
                </a:solidFill>
                <a:latin typeface="Inter"/>
                <a:ea typeface="Inter"/>
                <a:cs typeface="Inter"/>
              </a:defRPr>
            </a:lvl5pPr>
            <a:lvl6pPr algn="l">
              <a:defRPr sz="7500" b="1">
                <a:solidFill>
                  <a:srgbClr val="235A8C"/>
                </a:solidFill>
                <a:latin typeface="Inter"/>
                <a:ea typeface="Inter"/>
                <a:cs typeface="Inter"/>
              </a:defRPr>
            </a:lvl6pPr>
            <a:lvl7pPr algn="l">
              <a:defRPr sz="7500" b="1">
                <a:solidFill>
                  <a:srgbClr val="235A8C"/>
                </a:solidFill>
                <a:latin typeface="Inter"/>
                <a:ea typeface="Inter"/>
                <a:cs typeface="Inter"/>
              </a:defRPr>
            </a:lvl7pPr>
            <a:lvl8pPr algn="l">
              <a:defRPr sz="7500" b="1">
                <a:solidFill>
                  <a:srgbClr val="235A8C"/>
                </a:solidFill>
                <a:latin typeface="Inter"/>
                <a:ea typeface="Inter"/>
                <a:cs typeface="Inter"/>
              </a:defRPr>
            </a:lvl8pPr>
            <a:lvl9pPr algn="l">
              <a:defRPr sz="7500" b="1">
                <a:solidFill>
                  <a:srgbClr val="235A8C"/>
                </a:solidFill>
                <a:latin typeface="Inter"/>
                <a:ea typeface="Inter"/>
                <a:cs typeface="Inter"/>
              </a:defRPr>
            </a:lvl9pPr>
          </a:lstStyle>
          <a:p xmlns:a="http://schemas.openxmlformats.org/drawingml/2006/main">
            <a:pPr algn="l">
              <a:defRPr sz="7500" b="1">
                <a:solidFill>
                  <a:srgbClr val="235A8C"/>
                </a:solidFill>
                <a:latin typeface="Inter"/>
                <a:ea typeface="Inter"/>
                <a:cs typeface="Inter"/>
              </a:defRPr>
            </a:pPr>
            <a:r>
              <a:rPr sz="7500" b="1">
                <a:solidFill>
                  <a:srgbClr val="235A8C"/>
                </a:solidFill>
                <a:latin typeface="Inter"/>
                <a:ea typeface="Inter"/>
                <a:cs typeface="Inter"/>
              </a:rPr>
              <a:t>30</a:t>
            </a:r>
          </a:p>
        </p:txBody>
      </p:sp>
      <p:sp>
        <p:nvSpPr>
          <p:cNvPr id="3" name="label-0">
            <a:extLst xmlns:a="http://schemas.openxmlformats.org/drawingml/2006/main">
              <a:ext uri="{FF2B5EF4-FFF2-40B4-BE49-F238E27FC236}">
                <a16:creationId xmlns:a16="http://schemas.microsoft.com/office/drawing/2014/main" id="{E0AFB2EC-3F94-467B-BF32-FD8E5A9F656E}"/>
              </a:ext>
            </a:extLst>
          </p:cNvPr>
          <p:cNvSpPr>
            <a:spLocks xmlns:a="http://schemas.openxmlformats.org/drawingml/2006/main" noGrp="1"/>
          </p:cNvSpPr>
          <p:nvPr/>
        </p:nvSpPr>
        <p:spPr>
          <a:xfrm xmlns:a="http://schemas.openxmlformats.org/drawingml/2006/main">
            <a:off x="685800" y="304800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172B40"/>
                </a:solidFill>
                <a:latin typeface="Inter"/>
                <a:ea typeface="Inter"/>
                <a:cs typeface="Inter"/>
              </a:defRPr>
            </a:defPPr>
            <a:lvl1pPr algn="l">
              <a:defRPr sz="2175" b="1">
                <a:solidFill>
                  <a:srgbClr val="172B40"/>
                </a:solidFill>
                <a:latin typeface="Inter"/>
                <a:ea typeface="Inter"/>
                <a:cs typeface="Inter"/>
              </a:defRPr>
            </a:lvl1pPr>
            <a:lvl2pPr algn="l">
              <a:defRPr sz="2175" b="1">
                <a:solidFill>
                  <a:srgbClr val="172B40"/>
                </a:solidFill>
                <a:latin typeface="Inter"/>
                <a:ea typeface="Inter"/>
                <a:cs typeface="Inter"/>
              </a:defRPr>
            </a:lvl2pPr>
            <a:lvl3pPr algn="l">
              <a:defRPr sz="2175" b="1">
                <a:solidFill>
                  <a:srgbClr val="172B40"/>
                </a:solidFill>
                <a:latin typeface="Inter"/>
                <a:ea typeface="Inter"/>
                <a:cs typeface="Inter"/>
              </a:defRPr>
            </a:lvl3pPr>
            <a:lvl4pPr algn="l">
              <a:defRPr sz="2175" b="1">
                <a:solidFill>
                  <a:srgbClr val="172B40"/>
                </a:solidFill>
                <a:latin typeface="Inter"/>
                <a:ea typeface="Inter"/>
                <a:cs typeface="Inter"/>
              </a:defRPr>
            </a:lvl4pPr>
            <a:lvl5pPr algn="l">
              <a:defRPr sz="2175" b="1">
                <a:solidFill>
                  <a:srgbClr val="172B40"/>
                </a:solidFill>
                <a:latin typeface="Inter"/>
                <a:ea typeface="Inter"/>
                <a:cs typeface="Inter"/>
              </a:defRPr>
            </a:lvl5pPr>
            <a:lvl6pPr algn="l">
              <a:defRPr sz="2175" b="1">
                <a:solidFill>
                  <a:srgbClr val="172B40"/>
                </a:solidFill>
                <a:latin typeface="Inter"/>
                <a:ea typeface="Inter"/>
                <a:cs typeface="Inter"/>
              </a:defRPr>
            </a:lvl6pPr>
            <a:lvl7pPr algn="l">
              <a:defRPr sz="2175" b="1">
                <a:solidFill>
                  <a:srgbClr val="172B40"/>
                </a:solidFill>
                <a:latin typeface="Inter"/>
                <a:ea typeface="Inter"/>
                <a:cs typeface="Inter"/>
              </a:defRPr>
            </a:lvl7pPr>
            <a:lvl8pPr algn="l">
              <a:defRPr sz="2175" b="1">
                <a:solidFill>
                  <a:srgbClr val="172B40"/>
                </a:solidFill>
                <a:latin typeface="Inter"/>
                <a:ea typeface="Inter"/>
                <a:cs typeface="Inter"/>
              </a:defRPr>
            </a:lvl8pPr>
            <a:lvl9pPr algn="l">
              <a:defRPr sz="2175" b="1">
                <a:solidFill>
                  <a:srgbClr val="172B40"/>
                </a:solidFill>
                <a:latin typeface="Inter"/>
                <a:ea typeface="Inter"/>
                <a:cs typeface="Inter"/>
              </a:defRPr>
            </a:lvl9pPr>
          </a:lstStyle>
          <a:p xmlns:a="http://schemas.openxmlformats.org/drawingml/2006/main">
            <a:pPr algn="l">
              <a:defRPr sz="2175" b="1">
                <a:solidFill>
                  <a:srgbClr val="172B40"/>
                </a:solidFill>
                <a:latin typeface="Inter"/>
                <a:ea typeface="Inter"/>
                <a:cs typeface="Inter"/>
              </a:defRPr>
            </a:pPr>
            <a:r>
              <a:rPr sz="2175" b="1">
                <a:solidFill>
                  <a:srgbClr val="172B40"/>
                </a:solidFill>
                <a:latin typeface="Inter"/>
                <a:ea typeface="Inter"/>
                <a:cs typeface="Inter"/>
              </a:rPr>
              <a:t>Cảnh báo ghi nhận</a:t>
            </a:r>
          </a:p>
        </p:txBody>
      </p:sp>
      <p:sp>
        <p:nvSpPr>
          <p:cNvPr id="4" name="number-1">
            <a:extLst xmlns:a="http://schemas.openxmlformats.org/drawingml/2006/main">
              <a:ext uri="{FF2B5EF4-FFF2-40B4-BE49-F238E27FC236}">
                <a16:creationId xmlns:a16="http://schemas.microsoft.com/office/drawing/2014/main" id="{AEFF7473-2C1C-4B6F-91BB-8CBCAB86095E}"/>
              </a:ext>
            </a:extLst>
          </p:cNvPr>
          <p:cNvSpPr>
            <a:spLocks xmlns:a="http://schemas.openxmlformats.org/drawingml/2006/main" noGrp="1"/>
          </p:cNvSpPr>
          <p:nvPr/>
        </p:nvSpPr>
        <p:spPr>
          <a:xfrm xmlns:a="http://schemas.openxmlformats.org/drawingml/2006/main">
            <a:off x="4476750" y="1581150"/>
            <a:ext cx="3143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7500" b="1">
                <a:solidFill>
                  <a:srgbClr val="235A8C"/>
                </a:solidFill>
                <a:latin typeface="Inter"/>
                <a:ea typeface="Inter"/>
                <a:cs typeface="Inter"/>
              </a:defRPr>
            </a:defPPr>
            <a:lvl1pPr algn="l">
              <a:defRPr sz="7500" b="1">
                <a:solidFill>
                  <a:srgbClr val="235A8C"/>
                </a:solidFill>
                <a:latin typeface="Inter"/>
                <a:ea typeface="Inter"/>
                <a:cs typeface="Inter"/>
              </a:defRPr>
            </a:lvl1pPr>
            <a:lvl2pPr algn="l">
              <a:defRPr sz="7500" b="1">
                <a:solidFill>
                  <a:srgbClr val="235A8C"/>
                </a:solidFill>
                <a:latin typeface="Inter"/>
                <a:ea typeface="Inter"/>
                <a:cs typeface="Inter"/>
              </a:defRPr>
            </a:lvl2pPr>
            <a:lvl3pPr algn="l">
              <a:defRPr sz="7500" b="1">
                <a:solidFill>
                  <a:srgbClr val="235A8C"/>
                </a:solidFill>
                <a:latin typeface="Inter"/>
                <a:ea typeface="Inter"/>
                <a:cs typeface="Inter"/>
              </a:defRPr>
            </a:lvl3pPr>
            <a:lvl4pPr algn="l">
              <a:defRPr sz="7500" b="1">
                <a:solidFill>
                  <a:srgbClr val="235A8C"/>
                </a:solidFill>
                <a:latin typeface="Inter"/>
                <a:ea typeface="Inter"/>
                <a:cs typeface="Inter"/>
              </a:defRPr>
            </a:lvl4pPr>
            <a:lvl5pPr algn="l">
              <a:defRPr sz="7500" b="1">
                <a:solidFill>
                  <a:srgbClr val="235A8C"/>
                </a:solidFill>
                <a:latin typeface="Inter"/>
                <a:ea typeface="Inter"/>
                <a:cs typeface="Inter"/>
              </a:defRPr>
            </a:lvl5pPr>
            <a:lvl6pPr algn="l">
              <a:defRPr sz="7500" b="1">
                <a:solidFill>
                  <a:srgbClr val="235A8C"/>
                </a:solidFill>
                <a:latin typeface="Inter"/>
                <a:ea typeface="Inter"/>
                <a:cs typeface="Inter"/>
              </a:defRPr>
            </a:lvl6pPr>
            <a:lvl7pPr algn="l">
              <a:defRPr sz="7500" b="1">
                <a:solidFill>
                  <a:srgbClr val="235A8C"/>
                </a:solidFill>
                <a:latin typeface="Inter"/>
                <a:ea typeface="Inter"/>
                <a:cs typeface="Inter"/>
              </a:defRPr>
            </a:lvl7pPr>
            <a:lvl8pPr algn="l">
              <a:defRPr sz="7500" b="1">
                <a:solidFill>
                  <a:srgbClr val="235A8C"/>
                </a:solidFill>
                <a:latin typeface="Inter"/>
                <a:ea typeface="Inter"/>
                <a:cs typeface="Inter"/>
              </a:defRPr>
            </a:lvl8pPr>
            <a:lvl9pPr algn="l">
              <a:defRPr sz="7500" b="1">
                <a:solidFill>
                  <a:srgbClr val="235A8C"/>
                </a:solidFill>
                <a:latin typeface="Inter"/>
                <a:ea typeface="Inter"/>
                <a:cs typeface="Inter"/>
              </a:defRPr>
            </a:lvl9pPr>
          </a:lstStyle>
          <a:p xmlns:a="http://schemas.openxmlformats.org/drawingml/2006/main">
            <a:pPr algn="l">
              <a:defRPr sz="7500" b="1">
                <a:solidFill>
                  <a:srgbClr val="235A8C"/>
                </a:solidFill>
                <a:latin typeface="Inter"/>
                <a:ea typeface="Inter"/>
                <a:cs typeface="Inter"/>
              </a:defRPr>
            </a:pPr>
            <a:r>
              <a:rPr sz="7500" b="1">
                <a:solidFill>
                  <a:srgbClr val="235A8C"/>
                </a:solidFill>
                <a:latin typeface="Inter"/>
                <a:ea typeface="Inter"/>
                <a:cs typeface="Inter"/>
              </a:rPr>
              <a:t>27</a:t>
            </a:r>
          </a:p>
        </p:txBody>
      </p:sp>
      <p:sp>
        <p:nvSpPr>
          <p:cNvPr id="5" name="label-1">
            <a:extLst xmlns:a="http://schemas.openxmlformats.org/drawingml/2006/main">
              <a:ext uri="{FF2B5EF4-FFF2-40B4-BE49-F238E27FC236}">
                <a16:creationId xmlns:a16="http://schemas.microsoft.com/office/drawing/2014/main" id="{F097B40B-B64E-4E1D-A13A-6A610D9B5E32}"/>
              </a:ext>
            </a:extLst>
          </p:cNvPr>
          <p:cNvSpPr>
            <a:spLocks xmlns:a="http://schemas.openxmlformats.org/drawingml/2006/main" noGrp="1"/>
          </p:cNvSpPr>
          <p:nvPr/>
        </p:nvSpPr>
        <p:spPr>
          <a:xfrm xmlns:a="http://schemas.openxmlformats.org/drawingml/2006/main">
            <a:off x="4476750" y="304800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172B40"/>
                </a:solidFill>
                <a:latin typeface="Inter"/>
                <a:ea typeface="Inter"/>
                <a:cs typeface="Inter"/>
              </a:defRPr>
            </a:defPPr>
            <a:lvl1pPr algn="l">
              <a:defRPr sz="2175" b="1">
                <a:solidFill>
                  <a:srgbClr val="172B40"/>
                </a:solidFill>
                <a:latin typeface="Inter"/>
                <a:ea typeface="Inter"/>
                <a:cs typeface="Inter"/>
              </a:defRPr>
            </a:lvl1pPr>
            <a:lvl2pPr algn="l">
              <a:defRPr sz="2175" b="1">
                <a:solidFill>
                  <a:srgbClr val="172B40"/>
                </a:solidFill>
                <a:latin typeface="Inter"/>
                <a:ea typeface="Inter"/>
                <a:cs typeface="Inter"/>
              </a:defRPr>
            </a:lvl2pPr>
            <a:lvl3pPr algn="l">
              <a:defRPr sz="2175" b="1">
                <a:solidFill>
                  <a:srgbClr val="172B40"/>
                </a:solidFill>
                <a:latin typeface="Inter"/>
                <a:ea typeface="Inter"/>
                <a:cs typeface="Inter"/>
              </a:defRPr>
            </a:lvl3pPr>
            <a:lvl4pPr algn="l">
              <a:defRPr sz="2175" b="1">
                <a:solidFill>
                  <a:srgbClr val="172B40"/>
                </a:solidFill>
                <a:latin typeface="Inter"/>
                <a:ea typeface="Inter"/>
                <a:cs typeface="Inter"/>
              </a:defRPr>
            </a:lvl4pPr>
            <a:lvl5pPr algn="l">
              <a:defRPr sz="2175" b="1">
                <a:solidFill>
                  <a:srgbClr val="172B40"/>
                </a:solidFill>
                <a:latin typeface="Inter"/>
                <a:ea typeface="Inter"/>
                <a:cs typeface="Inter"/>
              </a:defRPr>
            </a:lvl5pPr>
            <a:lvl6pPr algn="l">
              <a:defRPr sz="2175" b="1">
                <a:solidFill>
                  <a:srgbClr val="172B40"/>
                </a:solidFill>
                <a:latin typeface="Inter"/>
                <a:ea typeface="Inter"/>
                <a:cs typeface="Inter"/>
              </a:defRPr>
            </a:lvl6pPr>
            <a:lvl7pPr algn="l">
              <a:defRPr sz="2175" b="1">
                <a:solidFill>
                  <a:srgbClr val="172B40"/>
                </a:solidFill>
                <a:latin typeface="Inter"/>
                <a:ea typeface="Inter"/>
                <a:cs typeface="Inter"/>
              </a:defRPr>
            </a:lvl7pPr>
            <a:lvl8pPr algn="l">
              <a:defRPr sz="2175" b="1">
                <a:solidFill>
                  <a:srgbClr val="172B40"/>
                </a:solidFill>
                <a:latin typeface="Inter"/>
                <a:ea typeface="Inter"/>
                <a:cs typeface="Inter"/>
              </a:defRPr>
            </a:lvl8pPr>
            <a:lvl9pPr algn="l">
              <a:defRPr sz="2175" b="1">
                <a:solidFill>
                  <a:srgbClr val="172B40"/>
                </a:solidFill>
                <a:latin typeface="Inter"/>
                <a:ea typeface="Inter"/>
                <a:cs typeface="Inter"/>
              </a:defRPr>
            </a:lvl9pPr>
          </a:lstStyle>
          <a:p xmlns:a="http://schemas.openxmlformats.org/drawingml/2006/main">
            <a:pPr algn="l">
              <a:defRPr sz="2175" b="1">
                <a:solidFill>
                  <a:srgbClr val="172B40"/>
                </a:solidFill>
                <a:latin typeface="Inter"/>
                <a:ea typeface="Inter"/>
                <a:cs typeface="Inter"/>
              </a:defRPr>
            </a:pPr>
            <a:r>
              <a:rPr sz="2175" b="1">
                <a:solidFill>
                  <a:srgbClr val="172B40"/>
                </a:solidFill>
                <a:latin typeface="Inter"/>
                <a:ea typeface="Inter"/>
                <a:cs typeface="Inter"/>
              </a:rPr>
              <a:t>Tra cứu được loại</a:t>
            </a:r>
          </a:p>
        </p:txBody>
      </p:sp>
      <p:sp>
        <p:nvSpPr>
          <p:cNvPr id="6" name="number-2">
            <a:extLst xmlns:a="http://schemas.openxmlformats.org/drawingml/2006/main">
              <a:ext uri="{FF2B5EF4-FFF2-40B4-BE49-F238E27FC236}">
                <a16:creationId xmlns:a16="http://schemas.microsoft.com/office/drawing/2014/main" id="{778EB293-F5DD-414F-951C-F1F7560437FA}"/>
              </a:ext>
            </a:extLst>
          </p:cNvPr>
          <p:cNvSpPr>
            <a:spLocks xmlns:a="http://schemas.openxmlformats.org/drawingml/2006/main" noGrp="1"/>
          </p:cNvSpPr>
          <p:nvPr/>
        </p:nvSpPr>
        <p:spPr>
          <a:xfrm xmlns:a="http://schemas.openxmlformats.org/drawingml/2006/main">
            <a:off x="8267700" y="1581150"/>
            <a:ext cx="3143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7500" b="1">
                <a:solidFill>
                  <a:srgbClr val="A05019"/>
                </a:solidFill>
                <a:latin typeface="Inter"/>
                <a:ea typeface="Inter"/>
                <a:cs typeface="Inter"/>
              </a:defRPr>
            </a:defPPr>
            <a:lvl1pPr algn="l">
              <a:defRPr sz="7500" b="1">
                <a:solidFill>
                  <a:srgbClr val="A05019"/>
                </a:solidFill>
                <a:latin typeface="Inter"/>
                <a:ea typeface="Inter"/>
                <a:cs typeface="Inter"/>
              </a:defRPr>
            </a:lvl1pPr>
            <a:lvl2pPr algn="l">
              <a:defRPr sz="7500" b="1">
                <a:solidFill>
                  <a:srgbClr val="A05019"/>
                </a:solidFill>
                <a:latin typeface="Inter"/>
                <a:ea typeface="Inter"/>
                <a:cs typeface="Inter"/>
              </a:defRPr>
            </a:lvl2pPr>
            <a:lvl3pPr algn="l">
              <a:defRPr sz="7500" b="1">
                <a:solidFill>
                  <a:srgbClr val="A05019"/>
                </a:solidFill>
                <a:latin typeface="Inter"/>
                <a:ea typeface="Inter"/>
                <a:cs typeface="Inter"/>
              </a:defRPr>
            </a:lvl3pPr>
            <a:lvl4pPr algn="l">
              <a:defRPr sz="7500" b="1">
                <a:solidFill>
                  <a:srgbClr val="A05019"/>
                </a:solidFill>
                <a:latin typeface="Inter"/>
                <a:ea typeface="Inter"/>
                <a:cs typeface="Inter"/>
              </a:defRPr>
            </a:lvl4pPr>
            <a:lvl5pPr algn="l">
              <a:defRPr sz="7500" b="1">
                <a:solidFill>
                  <a:srgbClr val="A05019"/>
                </a:solidFill>
                <a:latin typeface="Inter"/>
                <a:ea typeface="Inter"/>
                <a:cs typeface="Inter"/>
              </a:defRPr>
            </a:lvl5pPr>
            <a:lvl6pPr algn="l">
              <a:defRPr sz="7500" b="1">
                <a:solidFill>
                  <a:srgbClr val="A05019"/>
                </a:solidFill>
                <a:latin typeface="Inter"/>
                <a:ea typeface="Inter"/>
                <a:cs typeface="Inter"/>
              </a:defRPr>
            </a:lvl6pPr>
            <a:lvl7pPr algn="l">
              <a:defRPr sz="7500" b="1">
                <a:solidFill>
                  <a:srgbClr val="A05019"/>
                </a:solidFill>
                <a:latin typeface="Inter"/>
                <a:ea typeface="Inter"/>
                <a:cs typeface="Inter"/>
              </a:defRPr>
            </a:lvl7pPr>
            <a:lvl8pPr algn="l">
              <a:defRPr sz="7500" b="1">
                <a:solidFill>
                  <a:srgbClr val="A05019"/>
                </a:solidFill>
                <a:latin typeface="Inter"/>
                <a:ea typeface="Inter"/>
                <a:cs typeface="Inter"/>
              </a:defRPr>
            </a:lvl8pPr>
            <a:lvl9pPr algn="l">
              <a:defRPr sz="7500" b="1">
                <a:solidFill>
                  <a:srgbClr val="A05019"/>
                </a:solidFill>
                <a:latin typeface="Inter"/>
                <a:ea typeface="Inter"/>
                <a:cs typeface="Inter"/>
              </a:defRPr>
            </a:lvl9pPr>
          </a:lstStyle>
          <a:p xmlns:a="http://schemas.openxmlformats.org/drawingml/2006/main">
            <a:pPr algn="l">
              <a:defRPr sz="7500" b="1">
                <a:solidFill>
                  <a:srgbClr val="A05019"/>
                </a:solidFill>
                <a:latin typeface="Inter"/>
                <a:ea typeface="Inter"/>
                <a:cs typeface="Inter"/>
              </a:defRPr>
            </a:pPr>
            <a:r>
              <a:rPr sz="7500" b="1">
                <a:solidFill>
                  <a:srgbClr val="A05019"/>
                </a:solidFill>
                <a:latin typeface="Inter"/>
                <a:ea typeface="Inter"/>
                <a:cs typeface="Inter"/>
              </a:rPr>
              <a:t>3</a:t>
            </a:r>
          </a:p>
        </p:txBody>
      </p:sp>
      <p:sp>
        <p:nvSpPr>
          <p:cNvPr id="7" name="label-2">
            <a:extLst xmlns:a="http://schemas.openxmlformats.org/drawingml/2006/main">
              <a:ext uri="{FF2B5EF4-FFF2-40B4-BE49-F238E27FC236}">
                <a16:creationId xmlns:a16="http://schemas.microsoft.com/office/drawing/2014/main" id="{402BFDCC-1A88-485A-99D1-DF5F9E54304F}"/>
              </a:ext>
            </a:extLst>
          </p:cNvPr>
          <p:cNvSpPr>
            <a:spLocks xmlns:a="http://schemas.openxmlformats.org/drawingml/2006/main" noGrp="1"/>
          </p:cNvSpPr>
          <p:nvPr/>
        </p:nvSpPr>
        <p:spPr>
          <a:xfrm xmlns:a="http://schemas.openxmlformats.org/drawingml/2006/main">
            <a:off x="8267700" y="304800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172B40"/>
                </a:solidFill>
                <a:latin typeface="Inter"/>
                <a:ea typeface="Inter"/>
                <a:cs typeface="Inter"/>
              </a:defRPr>
            </a:defPPr>
            <a:lvl1pPr algn="l">
              <a:defRPr sz="2175" b="1">
                <a:solidFill>
                  <a:srgbClr val="172B40"/>
                </a:solidFill>
                <a:latin typeface="Inter"/>
                <a:ea typeface="Inter"/>
                <a:cs typeface="Inter"/>
              </a:defRPr>
            </a:lvl1pPr>
            <a:lvl2pPr algn="l">
              <a:defRPr sz="2175" b="1">
                <a:solidFill>
                  <a:srgbClr val="172B40"/>
                </a:solidFill>
                <a:latin typeface="Inter"/>
                <a:ea typeface="Inter"/>
                <a:cs typeface="Inter"/>
              </a:defRPr>
            </a:lvl2pPr>
            <a:lvl3pPr algn="l">
              <a:defRPr sz="2175" b="1">
                <a:solidFill>
                  <a:srgbClr val="172B40"/>
                </a:solidFill>
                <a:latin typeface="Inter"/>
                <a:ea typeface="Inter"/>
                <a:cs typeface="Inter"/>
              </a:defRPr>
            </a:lvl3pPr>
            <a:lvl4pPr algn="l">
              <a:defRPr sz="2175" b="1">
                <a:solidFill>
                  <a:srgbClr val="172B40"/>
                </a:solidFill>
                <a:latin typeface="Inter"/>
                <a:ea typeface="Inter"/>
                <a:cs typeface="Inter"/>
              </a:defRPr>
            </a:lvl4pPr>
            <a:lvl5pPr algn="l">
              <a:defRPr sz="2175" b="1">
                <a:solidFill>
                  <a:srgbClr val="172B40"/>
                </a:solidFill>
                <a:latin typeface="Inter"/>
                <a:ea typeface="Inter"/>
                <a:cs typeface="Inter"/>
              </a:defRPr>
            </a:lvl5pPr>
            <a:lvl6pPr algn="l">
              <a:defRPr sz="2175" b="1">
                <a:solidFill>
                  <a:srgbClr val="172B40"/>
                </a:solidFill>
                <a:latin typeface="Inter"/>
                <a:ea typeface="Inter"/>
                <a:cs typeface="Inter"/>
              </a:defRPr>
            </a:lvl6pPr>
            <a:lvl7pPr algn="l">
              <a:defRPr sz="2175" b="1">
                <a:solidFill>
                  <a:srgbClr val="172B40"/>
                </a:solidFill>
                <a:latin typeface="Inter"/>
                <a:ea typeface="Inter"/>
                <a:cs typeface="Inter"/>
              </a:defRPr>
            </a:lvl7pPr>
            <a:lvl8pPr algn="l">
              <a:defRPr sz="2175" b="1">
                <a:solidFill>
                  <a:srgbClr val="172B40"/>
                </a:solidFill>
                <a:latin typeface="Inter"/>
                <a:ea typeface="Inter"/>
                <a:cs typeface="Inter"/>
              </a:defRPr>
            </a:lvl8pPr>
            <a:lvl9pPr algn="l">
              <a:defRPr sz="2175" b="1">
                <a:solidFill>
                  <a:srgbClr val="172B40"/>
                </a:solidFill>
                <a:latin typeface="Inter"/>
                <a:ea typeface="Inter"/>
                <a:cs typeface="Inter"/>
              </a:defRPr>
            </a:lvl9pPr>
          </a:lstStyle>
          <a:p xmlns:a="http://schemas.openxmlformats.org/drawingml/2006/main">
            <a:pPr algn="l">
              <a:defRPr sz="2175" b="1">
                <a:solidFill>
                  <a:srgbClr val="172B40"/>
                </a:solidFill>
                <a:latin typeface="Inter"/>
                <a:ea typeface="Inter"/>
                <a:cs typeface="Inter"/>
              </a:defRPr>
            </a:pPr>
            <a:r>
              <a:rPr sz="2175" b="1">
                <a:solidFill>
                  <a:srgbClr val="172B40"/>
                </a:solidFill>
                <a:latin typeface="Inter"/>
                <a:ea typeface="Inter"/>
                <a:cs typeface="Inter"/>
              </a:rPr>
              <a:t>Chưa phân loại</a:t>
            </a:r>
          </a:p>
        </p:txBody>
      </p:sp>
      <p:sp>
        <p:nvSpPr>
          <p:cNvPr id="8" name="detail">
            <a:extLst xmlns:a="http://schemas.openxmlformats.org/drawingml/2006/main">
              <a:ext uri="{FF2B5EF4-FFF2-40B4-BE49-F238E27FC236}">
                <a16:creationId xmlns:a16="http://schemas.microsoft.com/office/drawing/2014/main" id="{4707F2D1-0936-4BFB-A60B-69B0D5AF564F}"/>
              </a:ext>
            </a:extLst>
          </p:cNvPr>
          <p:cNvSpPr>
            <a:spLocks xmlns:a="http://schemas.openxmlformats.org/drawingml/2006/main" noGrp="1"/>
          </p:cNvSpPr>
          <p:nvPr/>
        </p:nvSpPr>
        <p:spPr>
          <a:xfrm xmlns:a="http://schemas.openxmlformats.org/drawingml/2006/main">
            <a:off x="685800" y="4286250"/>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75" b="0">
                <a:solidFill>
                  <a:srgbClr val="172B40"/>
                </a:solidFill>
                <a:latin typeface="Inter"/>
                <a:ea typeface="Inter"/>
                <a:cs typeface="Inter"/>
              </a:defRPr>
            </a:defPPr>
            <a:lvl1pPr algn="l">
              <a:defRPr sz="2475" b="0">
                <a:solidFill>
                  <a:srgbClr val="172B40"/>
                </a:solidFill>
                <a:latin typeface="Inter"/>
                <a:ea typeface="Inter"/>
                <a:cs typeface="Inter"/>
              </a:defRPr>
            </a:lvl1pPr>
            <a:lvl2pPr algn="l">
              <a:defRPr sz="2475" b="0">
                <a:solidFill>
                  <a:srgbClr val="172B40"/>
                </a:solidFill>
                <a:latin typeface="Inter"/>
                <a:ea typeface="Inter"/>
                <a:cs typeface="Inter"/>
              </a:defRPr>
            </a:lvl2pPr>
            <a:lvl3pPr algn="l">
              <a:defRPr sz="2475" b="0">
                <a:solidFill>
                  <a:srgbClr val="172B40"/>
                </a:solidFill>
                <a:latin typeface="Inter"/>
                <a:ea typeface="Inter"/>
                <a:cs typeface="Inter"/>
              </a:defRPr>
            </a:lvl3pPr>
            <a:lvl4pPr algn="l">
              <a:defRPr sz="2475" b="0">
                <a:solidFill>
                  <a:srgbClr val="172B40"/>
                </a:solidFill>
                <a:latin typeface="Inter"/>
                <a:ea typeface="Inter"/>
                <a:cs typeface="Inter"/>
              </a:defRPr>
            </a:lvl4pPr>
            <a:lvl5pPr algn="l">
              <a:defRPr sz="2475" b="0">
                <a:solidFill>
                  <a:srgbClr val="172B40"/>
                </a:solidFill>
                <a:latin typeface="Inter"/>
                <a:ea typeface="Inter"/>
                <a:cs typeface="Inter"/>
              </a:defRPr>
            </a:lvl5pPr>
            <a:lvl6pPr algn="l">
              <a:defRPr sz="2475" b="0">
                <a:solidFill>
                  <a:srgbClr val="172B40"/>
                </a:solidFill>
                <a:latin typeface="Inter"/>
                <a:ea typeface="Inter"/>
                <a:cs typeface="Inter"/>
              </a:defRPr>
            </a:lvl6pPr>
            <a:lvl7pPr algn="l">
              <a:defRPr sz="2475" b="0">
                <a:solidFill>
                  <a:srgbClr val="172B40"/>
                </a:solidFill>
                <a:latin typeface="Inter"/>
                <a:ea typeface="Inter"/>
                <a:cs typeface="Inter"/>
              </a:defRPr>
            </a:lvl7pPr>
            <a:lvl8pPr algn="l">
              <a:defRPr sz="2475" b="0">
                <a:solidFill>
                  <a:srgbClr val="172B40"/>
                </a:solidFill>
                <a:latin typeface="Inter"/>
                <a:ea typeface="Inter"/>
                <a:cs typeface="Inter"/>
              </a:defRPr>
            </a:lvl8pPr>
            <a:lvl9pPr algn="l">
              <a:defRPr sz="2475" b="0">
                <a:solidFill>
                  <a:srgbClr val="172B40"/>
                </a:solidFill>
                <a:latin typeface="Inter"/>
                <a:ea typeface="Inter"/>
                <a:cs typeface="Inter"/>
              </a:defRPr>
            </a:lvl9pPr>
          </a:lstStyle>
          <a:p xmlns:a="http://schemas.openxmlformats.org/drawingml/2006/main">
            <a:pPr algn="l">
              <a:defRPr sz="2475" b="0">
                <a:solidFill>
                  <a:srgbClr val="172B40"/>
                </a:solidFill>
                <a:latin typeface="Inter"/>
                <a:ea typeface="Inter"/>
                <a:cs typeface="Inter"/>
              </a:defRPr>
            </a:pPr>
            <a:r>
              <a:rPr sz="2475" b="0">
                <a:solidFill>
                  <a:srgbClr val="172B40"/>
                </a:solidFill>
                <a:latin typeface="Inter"/>
                <a:ea typeface="Inter"/>
                <a:cs typeface="Inter"/>
              </a:rPr>
              <a:t>2 máy đang cách ly: WS-01 và WS-02</a:t>
            </a:r>
          </a:p>
          <a:p xmlns:a="http://schemas.openxmlformats.org/drawingml/2006/main">
            <a:pPr algn="l">
              <a:defRPr sz="2475" b="0">
                <a:solidFill>
                  <a:srgbClr val="172B40"/>
                </a:solidFill>
                <a:latin typeface="Inter"/>
                <a:ea typeface="Inter"/>
                <a:cs typeface="Inter"/>
              </a:defRPr>
            </a:pPr>
            <a:r>
              <a:rPr sz="2475" b="0">
                <a:solidFill>
                  <a:srgbClr val="172B40"/>
                </a:solidFill>
                <a:latin typeface="Inter"/>
                <a:ea typeface="Inter"/>
                <a:cs typeface="Inter"/>
              </a:rPr>
              <a:t>12 cảnh báo còn điều tra tại mốc 11:30</a:t>
            </a:r>
          </a:p>
        </p:txBody>
      </p:sp>
      <p:sp>
        <p:nvSpPr>
          <p:cNvPr id="9" name="caveat">
            <a:extLst xmlns:a="http://schemas.openxmlformats.org/drawingml/2006/main">
              <a:ext uri="{FF2B5EF4-FFF2-40B4-BE49-F238E27FC236}">
                <a16:creationId xmlns:a16="http://schemas.microsoft.com/office/drawing/2014/main" id="{07DFBBFF-1355-4902-9E0D-569A1E820E32}"/>
              </a:ext>
            </a:extLst>
          </p:cNvPr>
          <p:cNvSpPr>
            <a:spLocks xmlns:a="http://schemas.openxmlformats.org/drawingml/2006/main" noGrp="1"/>
          </p:cNvSpPr>
          <p:nvPr/>
        </p:nvSpPr>
        <p:spPr>
          <a:xfrm xmlns:a="http://schemas.openxmlformats.org/drawingml/2006/main">
            <a:off x="685800" y="598170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516475"/>
                </a:solidFill>
                <a:latin typeface="Inter"/>
                <a:ea typeface="Inter"/>
                <a:cs typeface="Inter"/>
              </a:defRPr>
            </a:defPPr>
            <a:lvl1pPr algn="l">
              <a:defRPr sz="1725" b="0">
                <a:solidFill>
                  <a:srgbClr val="516475"/>
                </a:solidFill>
                <a:latin typeface="Inter"/>
                <a:ea typeface="Inter"/>
                <a:cs typeface="Inter"/>
              </a:defRPr>
            </a:lvl1pPr>
            <a:lvl2pPr algn="l">
              <a:defRPr sz="1725" b="0">
                <a:solidFill>
                  <a:srgbClr val="516475"/>
                </a:solidFill>
                <a:latin typeface="Inter"/>
                <a:ea typeface="Inter"/>
                <a:cs typeface="Inter"/>
              </a:defRPr>
            </a:lvl2pPr>
            <a:lvl3pPr algn="l">
              <a:defRPr sz="1725" b="0">
                <a:solidFill>
                  <a:srgbClr val="516475"/>
                </a:solidFill>
                <a:latin typeface="Inter"/>
                <a:ea typeface="Inter"/>
                <a:cs typeface="Inter"/>
              </a:defRPr>
            </a:lvl3pPr>
            <a:lvl4pPr algn="l">
              <a:defRPr sz="1725" b="0">
                <a:solidFill>
                  <a:srgbClr val="516475"/>
                </a:solidFill>
                <a:latin typeface="Inter"/>
                <a:ea typeface="Inter"/>
                <a:cs typeface="Inter"/>
              </a:defRPr>
            </a:lvl4pPr>
            <a:lvl5pPr algn="l">
              <a:defRPr sz="1725" b="0">
                <a:solidFill>
                  <a:srgbClr val="516475"/>
                </a:solidFill>
                <a:latin typeface="Inter"/>
                <a:ea typeface="Inter"/>
                <a:cs typeface="Inter"/>
              </a:defRPr>
            </a:lvl5pPr>
            <a:lvl6pPr algn="l">
              <a:defRPr sz="1725" b="0">
                <a:solidFill>
                  <a:srgbClr val="516475"/>
                </a:solidFill>
                <a:latin typeface="Inter"/>
                <a:ea typeface="Inter"/>
                <a:cs typeface="Inter"/>
              </a:defRPr>
            </a:lvl6pPr>
            <a:lvl7pPr algn="l">
              <a:defRPr sz="1725" b="0">
                <a:solidFill>
                  <a:srgbClr val="516475"/>
                </a:solidFill>
                <a:latin typeface="Inter"/>
                <a:ea typeface="Inter"/>
                <a:cs typeface="Inter"/>
              </a:defRPr>
            </a:lvl7pPr>
            <a:lvl8pPr algn="l">
              <a:defRPr sz="1725" b="0">
                <a:solidFill>
                  <a:srgbClr val="516475"/>
                </a:solidFill>
                <a:latin typeface="Inter"/>
                <a:ea typeface="Inter"/>
                <a:cs typeface="Inter"/>
              </a:defRPr>
            </a:lvl8pPr>
            <a:lvl9pPr algn="l">
              <a:defRPr sz="1725" b="0">
                <a:solidFill>
                  <a:srgbClr val="516475"/>
                </a:solidFill>
                <a:latin typeface="Inter"/>
                <a:ea typeface="Inter"/>
                <a:cs typeface="Inter"/>
              </a:defRPr>
            </a:lvl9pPr>
          </a:lstStyle>
          <a:p xmlns:a="http://schemas.openxmlformats.org/drawingml/2006/main">
            <a:pPr algn="l">
              <a:defRPr sz="1725" b="0">
                <a:solidFill>
                  <a:srgbClr val="516475"/>
                </a:solidFill>
                <a:latin typeface="Inter"/>
                <a:ea typeface="Inter"/>
                <a:cs typeface="Inter"/>
              </a:defRPr>
            </a:pPr>
            <a:r>
              <a:rPr sz="1725" b="0">
                <a:solidFill>
                  <a:srgbClr val="516475"/>
                </a:solidFill>
                <a:latin typeface="Inter"/>
                <a:ea typeface="Inter"/>
                <a:cs typeface="Inter"/>
              </a:rPr>
              <a:t>Dữ liệu giả lập. Số cảnh báo không đại diện cho số máy đã nhiễm.</a:t>
            </a:r>
          </a:p>
        </p:txBody>
      </p:sp>
    </p:spTree>
    <p:extLst>
      <p:ext uri="{BB962C8B-B14F-4D97-AF65-F5344CB8AC3E}">
        <p14:creationId xmlns:p14="http://schemas.microsoft.com/office/powerpoint/2010/main" val="114587935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heading">
            <a:extLst xmlns:a="http://schemas.openxmlformats.org/drawingml/2006/main">
              <a:ext uri="{FF2B5EF4-FFF2-40B4-BE49-F238E27FC236}">
                <a16:creationId xmlns:a16="http://schemas.microsoft.com/office/drawing/2014/main" id="{6F2E45B0-9D41-4969-8239-D20BDC04C390}"/>
              </a:ext>
            </a:extLst>
          </p:cNvPr>
          <p:cNvSpPr>
            <a:spLocks xmlns:a="http://schemas.openxmlformats.org/drawingml/2006/main" noGrp="1"/>
          </p:cNvSpPr>
          <p:nvPr/>
        </p:nvSpPr>
        <p:spPr>
          <a:xfrm xmlns:a="http://schemas.openxmlformats.org/drawingml/2006/main">
            <a:off x="609600" y="381000"/>
            <a:ext cx="109728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300" b="1">
                <a:solidFill>
                  <a:srgbClr val="172B40"/>
                </a:solidFill>
                <a:latin typeface="Inter"/>
                <a:ea typeface="Inter"/>
                <a:cs typeface="Inter"/>
              </a:defRPr>
            </a:defPPr>
            <a:lvl1pPr algn="l">
              <a:defRPr sz="3300" b="1">
                <a:solidFill>
                  <a:srgbClr val="172B40"/>
                </a:solidFill>
                <a:latin typeface="Inter"/>
                <a:ea typeface="Inter"/>
                <a:cs typeface="Inter"/>
              </a:defRPr>
            </a:lvl1pPr>
            <a:lvl2pPr algn="l">
              <a:defRPr sz="3300" b="1">
                <a:solidFill>
                  <a:srgbClr val="172B40"/>
                </a:solidFill>
                <a:latin typeface="Inter"/>
                <a:ea typeface="Inter"/>
                <a:cs typeface="Inter"/>
              </a:defRPr>
            </a:lvl2pPr>
            <a:lvl3pPr algn="l">
              <a:defRPr sz="3300" b="1">
                <a:solidFill>
                  <a:srgbClr val="172B40"/>
                </a:solidFill>
                <a:latin typeface="Inter"/>
                <a:ea typeface="Inter"/>
                <a:cs typeface="Inter"/>
              </a:defRPr>
            </a:lvl3pPr>
            <a:lvl4pPr algn="l">
              <a:defRPr sz="3300" b="1">
                <a:solidFill>
                  <a:srgbClr val="172B40"/>
                </a:solidFill>
                <a:latin typeface="Inter"/>
                <a:ea typeface="Inter"/>
                <a:cs typeface="Inter"/>
              </a:defRPr>
            </a:lvl4pPr>
            <a:lvl5pPr algn="l">
              <a:defRPr sz="3300" b="1">
                <a:solidFill>
                  <a:srgbClr val="172B40"/>
                </a:solidFill>
                <a:latin typeface="Inter"/>
                <a:ea typeface="Inter"/>
                <a:cs typeface="Inter"/>
              </a:defRPr>
            </a:lvl5pPr>
            <a:lvl6pPr algn="l">
              <a:defRPr sz="3300" b="1">
                <a:solidFill>
                  <a:srgbClr val="172B40"/>
                </a:solidFill>
                <a:latin typeface="Inter"/>
                <a:ea typeface="Inter"/>
                <a:cs typeface="Inter"/>
              </a:defRPr>
            </a:lvl6pPr>
            <a:lvl7pPr algn="l">
              <a:defRPr sz="3300" b="1">
                <a:solidFill>
                  <a:srgbClr val="172B40"/>
                </a:solidFill>
                <a:latin typeface="Inter"/>
                <a:ea typeface="Inter"/>
                <a:cs typeface="Inter"/>
              </a:defRPr>
            </a:lvl7pPr>
            <a:lvl8pPr algn="l">
              <a:defRPr sz="3300" b="1">
                <a:solidFill>
                  <a:srgbClr val="172B40"/>
                </a:solidFill>
                <a:latin typeface="Inter"/>
                <a:ea typeface="Inter"/>
                <a:cs typeface="Inter"/>
              </a:defRPr>
            </a:lvl8pPr>
            <a:lvl9pPr algn="l">
              <a:defRPr sz="3300" b="1">
                <a:solidFill>
                  <a:srgbClr val="172B40"/>
                </a:solidFill>
                <a:latin typeface="Inter"/>
                <a:ea typeface="Inter"/>
                <a:cs typeface="Inter"/>
              </a:defRPr>
            </a:lvl9pPr>
          </a:lstStyle>
          <a:p xmlns:a="http://schemas.openxmlformats.org/drawingml/2006/main">
            <a:pPr algn="l">
              <a:defRPr sz="3300" b="1">
                <a:solidFill>
                  <a:srgbClr val="172B40"/>
                </a:solidFill>
                <a:latin typeface="Inter"/>
                <a:ea typeface="Inter"/>
                <a:cs typeface="Inter"/>
              </a:defRPr>
            </a:pPr>
            <a:r>
              <a:rPr sz="3300" b="1">
                <a:solidFill>
                  <a:srgbClr val="172B40"/>
                </a:solidFill>
                <a:latin typeface="Inter"/>
                <a:ea typeface="Inter"/>
                <a:cs typeface="Inter"/>
              </a:rPr>
              <a:t>Tra cứu chính xác từ mã thô</a:t>
            </a:r>
          </a:p>
        </p:txBody>
      </p:sp>
      <p:sp>
        <p:nvSpPr>
          <p:cNvPr id="2" name="example">
            <a:extLst xmlns:a="http://schemas.openxmlformats.org/drawingml/2006/main">
              <a:ext uri="{FF2B5EF4-FFF2-40B4-BE49-F238E27FC236}">
                <a16:creationId xmlns:a16="http://schemas.microsoft.com/office/drawing/2014/main" id="{2CF32AE8-055F-4F20-90C9-D833C57320A5}"/>
              </a:ext>
            </a:extLst>
          </p:cNvPr>
          <p:cNvSpPr>
            <a:spLocks xmlns:a="http://schemas.openxmlformats.org/drawingml/2006/main" noGrp="1"/>
          </p:cNvSpPr>
          <p:nvPr/>
        </p:nvSpPr>
        <p:spPr>
          <a:xfrm xmlns:a="http://schemas.openxmlformats.org/drawingml/2006/main">
            <a:off x="685800" y="14763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235A8C"/>
                </a:solidFill>
                <a:latin typeface="Inter"/>
                <a:ea typeface="Inter"/>
                <a:cs typeface="Inter"/>
              </a:defRPr>
            </a:defPPr>
            <a:lvl1pPr algn="l">
              <a:defRPr sz="2550" b="1">
                <a:solidFill>
                  <a:srgbClr val="235A8C"/>
                </a:solidFill>
                <a:latin typeface="Inter"/>
                <a:ea typeface="Inter"/>
                <a:cs typeface="Inter"/>
              </a:defRPr>
            </a:lvl1pPr>
            <a:lvl2pPr algn="l">
              <a:defRPr sz="2550" b="1">
                <a:solidFill>
                  <a:srgbClr val="235A8C"/>
                </a:solidFill>
                <a:latin typeface="Inter"/>
                <a:ea typeface="Inter"/>
                <a:cs typeface="Inter"/>
              </a:defRPr>
            </a:lvl2pPr>
            <a:lvl3pPr algn="l">
              <a:defRPr sz="2550" b="1">
                <a:solidFill>
                  <a:srgbClr val="235A8C"/>
                </a:solidFill>
                <a:latin typeface="Inter"/>
                <a:ea typeface="Inter"/>
                <a:cs typeface="Inter"/>
              </a:defRPr>
            </a:lvl3pPr>
            <a:lvl4pPr algn="l">
              <a:defRPr sz="2550" b="1">
                <a:solidFill>
                  <a:srgbClr val="235A8C"/>
                </a:solidFill>
                <a:latin typeface="Inter"/>
                <a:ea typeface="Inter"/>
                <a:cs typeface="Inter"/>
              </a:defRPr>
            </a:lvl4pPr>
            <a:lvl5pPr algn="l">
              <a:defRPr sz="2550" b="1">
                <a:solidFill>
                  <a:srgbClr val="235A8C"/>
                </a:solidFill>
                <a:latin typeface="Inter"/>
                <a:ea typeface="Inter"/>
                <a:cs typeface="Inter"/>
              </a:defRPr>
            </a:lvl5pPr>
            <a:lvl6pPr algn="l">
              <a:defRPr sz="2550" b="1">
                <a:solidFill>
                  <a:srgbClr val="235A8C"/>
                </a:solidFill>
                <a:latin typeface="Inter"/>
                <a:ea typeface="Inter"/>
                <a:cs typeface="Inter"/>
              </a:defRPr>
            </a:lvl6pPr>
            <a:lvl7pPr algn="l">
              <a:defRPr sz="2550" b="1">
                <a:solidFill>
                  <a:srgbClr val="235A8C"/>
                </a:solidFill>
                <a:latin typeface="Inter"/>
                <a:ea typeface="Inter"/>
                <a:cs typeface="Inter"/>
              </a:defRPr>
            </a:lvl7pPr>
            <a:lvl8pPr algn="l">
              <a:defRPr sz="2550" b="1">
                <a:solidFill>
                  <a:srgbClr val="235A8C"/>
                </a:solidFill>
                <a:latin typeface="Inter"/>
                <a:ea typeface="Inter"/>
                <a:cs typeface="Inter"/>
              </a:defRPr>
            </a:lvl8pPr>
            <a:lvl9pPr algn="l">
              <a:defRPr sz="2550" b="1">
                <a:solidFill>
                  <a:srgbClr val="235A8C"/>
                </a:solidFill>
                <a:latin typeface="Inter"/>
                <a:ea typeface="Inter"/>
                <a:cs typeface="Inter"/>
              </a:defRPr>
            </a:lvl9pPr>
          </a:lstStyle>
          <a:p xmlns:a="http://schemas.openxmlformats.org/drawingml/2006/main">
            <a:pPr algn="l">
              <a:defRPr sz="2550" b="1">
                <a:solidFill>
                  <a:srgbClr val="235A8C"/>
                </a:solidFill>
                <a:latin typeface="Inter"/>
                <a:ea typeface="Inter"/>
                <a:cs typeface="Inter"/>
              </a:defRPr>
            </a:pPr>
            <a:r>
              <a:rPr sz="2550" b="1">
                <a:solidFill>
                  <a:srgbClr val="235A8C"/>
                </a:solidFill>
                <a:latin typeface="Inter"/>
                <a:ea typeface="Inter"/>
                <a:cs typeface="Inter"/>
              </a:rPr>
              <a:t>Mã thô D2: “  MAL001   ”</a:t>
            </a:r>
          </a:p>
        </p:txBody>
      </p:sp>
      <p:sp>
        <p:nvSpPr>
          <p:cNvPr id="3" name="formula">
            <a:extLst xmlns:a="http://schemas.openxmlformats.org/drawingml/2006/main">
              <a:ext uri="{FF2B5EF4-FFF2-40B4-BE49-F238E27FC236}">
                <a16:creationId xmlns:a16="http://schemas.microsoft.com/office/drawing/2014/main" id="{75848C0C-CCDF-44AB-8A84-6157052FF453}"/>
              </a:ext>
            </a:extLst>
          </p:cNvPr>
          <p:cNvSpPr>
            <a:spLocks xmlns:a="http://schemas.openxmlformats.org/drawingml/2006/main" noGrp="1"/>
          </p:cNvSpPr>
          <p:nvPr/>
        </p:nvSpPr>
        <p:spPr>
          <a:xfrm xmlns:a="http://schemas.openxmlformats.org/drawingml/2006/main">
            <a:off x="685800" y="2333625"/>
            <a:ext cx="108204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00" b="1">
                <a:solidFill>
                  <a:srgbClr val="172B40"/>
                </a:solidFill>
                <a:latin typeface="Inter"/>
                <a:ea typeface="Inter"/>
                <a:cs typeface="Inter"/>
              </a:defRPr>
            </a:defPPr>
            <a:lvl1pPr algn="l">
              <a:defRPr sz="2400" b="1">
                <a:solidFill>
                  <a:srgbClr val="172B40"/>
                </a:solidFill>
                <a:latin typeface="Inter"/>
                <a:ea typeface="Inter"/>
                <a:cs typeface="Inter"/>
              </a:defRPr>
            </a:lvl1pPr>
            <a:lvl2pPr algn="l">
              <a:defRPr sz="2400" b="1">
                <a:solidFill>
                  <a:srgbClr val="172B40"/>
                </a:solidFill>
                <a:latin typeface="Inter"/>
                <a:ea typeface="Inter"/>
                <a:cs typeface="Inter"/>
              </a:defRPr>
            </a:lvl2pPr>
            <a:lvl3pPr algn="l">
              <a:defRPr sz="2400" b="1">
                <a:solidFill>
                  <a:srgbClr val="172B40"/>
                </a:solidFill>
                <a:latin typeface="Inter"/>
                <a:ea typeface="Inter"/>
                <a:cs typeface="Inter"/>
              </a:defRPr>
            </a:lvl3pPr>
            <a:lvl4pPr algn="l">
              <a:defRPr sz="2400" b="1">
                <a:solidFill>
                  <a:srgbClr val="172B40"/>
                </a:solidFill>
                <a:latin typeface="Inter"/>
                <a:ea typeface="Inter"/>
                <a:cs typeface="Inter"/>
              </a:defRPr>
            </a:lvl4pPr>
            <a:lvl5pPr algn="l">
              <a:defRPr sz="2400" b="1">
                <a:solidFill>
                  <a:srgbClr val="172B40"/>
                </a:solidFill>
                <a:latin typeface="Inter"/>
                <a:ea typeface="Inter"/>
                <a:cs typeface="Inter"/>
              </a:defRPr>
            </a:lvl5pPr>
            <a:lvl6pPr algn="l">
              <a:defRPr sz="2400" b="1">
                <a:solidFill>
                  <a:srgbClr val="172B40"/>
                </a:solidFill>
                <a:latin typeface="Inter"/>
                <a:ea typeface="Inter"/>
                <a:cs typeface="Inter"/>
              </a:defRPr>
            </a:lvl6pPr>
            <a:lvl7pPr algn="l">
              <a:defRPr sz="2400" b="1">
                <a:solidFill>
                  <a:srgbClr val="172B40"/>
                </a:solidFill>
                <a:latin typeface="Inter"/>
                <a:ea typeface="Inter"/>
                <a:cs typeface="Inter"/>
              </a:defRPr>
            </a:lvl7pPr>
            <a:lvl8pPr algn="l">
              <a:defRPr sz="2400" b="1">
                <a:solidFill>
                  <a:srgbClr val="172B40"/>
                </a:solidFill>
                <a:latin typeface="Inter"/>
                <a:ea typeface="Inter"/>
                <a:cs typeface="Inter"/>
              </a:defRPr>
            </a:lvl8pPr>
            <a:lvl9pPr algn="l">
              <a:defRPr sz="2400" b="1">
                <a:solidFill>
                  <a:srgbClr val="172B40"/>
                </a:solidFill>
                <a:latin typeface="Inter"/>
                <a:ea typeface="Inter"/>
                <a:cs typeface="Inter"/>
              </a:defRPr>
            </a:lvl9pPr>
          </a:lstStyle>
          <a:p xmlns:a="http://schemas.openxmlformats.org/drawingml/2006/main">
            <a:pPr algn="l">
              <a:defRPr sz="2400" b="1">
                <a:solidFill>
                  <a:srgbClr val="172B40"/>
                </a:solidFill>
                <a:latin typeface="Inter"/>
                <a:ea typeface="Inter"/>
                <a:cs typeface="Inter"/>
              </a:defRPr>
            </a:pPr>
            <a:r>
              <a:rPr sz="2400" b="1">
                <a:solidFill>
                  <a:srgbClr val="172B40"/>
                </a:solidFill>
                <a:latin typeface="Inter"/>
                <a:ea typeface="Inter"/>
                <a:cs typeface="Inter"/>
              </a:rPr>
              <a:t>=VLOOKUP(TRIM(D2),</a:t>
            </a:r>
          </a:p>
          <a:p xmlns:a="http://schemas.openxmlformats.org/drawingml/2006/main">
            <a:pPr algn="l">
              <a:defRPr sz="2400" b="1">
                <a:solidFill>
                  <a:srgbClr val="172B40"/>
                </a:solidFill>
                <a:latin typeface="Inter"/>
                <a:ea typeface="Inter"/>
                <a:cs typeface="Inter"/>
              </a:defRPr>
            </a:pPr>
            <a:r>
              <a:rPr sz="2400" b="1">
                <a:solidFill>
                  <a:srgbClr val="172B40"/>
                </a:solidFill>
                <a:latin typeface="Inter"/>
                <a:ea typeface="Inter"/>
                <a:cs typeface="Inter"/>
              </a:rPr>
              <a:t>'Co so du lieu virus'!$A$2:$D$7,2,FALSE)</a:t>
            </a:r>
          </a:p>
        </p:txBody>
      </p:sp>
      <p:sp>
        <p:nvSpPr>
          <p:cNvPr id="4" name="explain">
            <a:extLst xmlns:a="http://schemas.openxmlformats.org/drawingml/2006/main">
              <a:ext uri="{FF2B5EF4-FFF2-40B4-BE49-F238E27FC236}">
                <a16:creationId xmlns:a16="http://schemas.microsoft.com/office/drawing/2014/main" id="{CEB1AAED-CD73-48A6-9D45-3961B9057874}"/>
              </a:ext>
            </a:extLst>
          </p:cNvPr>
          <p:cNvSpPr>
            <a:spLocks xmlns:a="http://schemas.openxmlformats.org/drawingml/2006/main" noGrp="1"/>
          </p:cNvSpPr>
          <p:nvPr/>
        </p:nvSpPr>
        <p:spPr>
          <a:xfrm xmlns:a="http://schemas.openxmlformats.org/drawingml/2006/main">
            <a:off x="685800" y="3743325"/>
            <a:ext cx="108204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0">
                <a:solidFill>
                  <a:srgbClr val="172B40"/>
                </a:solidFill>
                <a:latin typeface="Inter"/>
                <a:ea typeface="Inter"/>
                <a:cs typeface="Inter"/>
              </a:defRPr>
            </a:defPPr>
            <a:lvl1pPr algn="l">
              <a:defRPr sz="2325" b="0">
                <a:solidFill>
                  <a:srgbClr val="172B40"/>
                </a:solidFill>
                <a:latin typeface="Inter"/>
                <a:ea typeface="Inter"/>
                <a:cs typeface="Inter"/>
              </a:defRPr>
            </a:lvl1pPr>
            <a:lvl2pPr algn="l">
              <a:defRPr sz="2325" b="0">
                <a:solidFill>
                  <a:srgbClr val="172B40"/>
                </a:solidFill>
                <a:latin typeface="Inter"/>
                <a:ea typeface="Inter"/>
                <a:cs typeface="Inter"/>
              </a:defRPr>
            </a:lvl2pPr>
            <a:lvl3pPr algn="l">
              <a:defRPr sz="2325" b="0">
                <a:solidFill>
                  <a:srgbClr val="172B40"/>
                </a:solidFill>
                <a:latin typeface="Inter"/>
                <a:ea typeface="Inter"/>
                <a:cs typeface="Inter"/>
              </a:defRPr>
            </a:lvl3pPr>
            <a:lvl4pPr algn="l">
              <a:defRPr sz="2325" b="0">
                <a:solidFill>
                  <a:srgbClr val="172B40"/>
                </a:solidFill>
                <a:latin typeface="Inter"/>
                <a:ea typeface="Inter"/>
                <a:cs typeface="Inter"/>
              </a:defRPr>
            </a:lvl4pPr>
            <a:lvl5pPr algn="l">
              <a:defRPr sz="2325" b="0">
                <a:solidFill>
                  <a:srgbClr val="172B40"/>
                </a:solidFill>
                <a:latin typeface="Inter"/>
                <a:ea typeface="Inter"/>
                <a:cs typeface="Inter"/>
              </a:defRPr>
            </a:lvl5pPr>
            <a:lvl6pPr algn="l">
              <a:defRPr sz="2325" b="0">
                <a:solidFill>
                  <a:srgbClr val="172B40"/>
                </a:solidFill>
                <a:latin typeface="Inter"/>
                <a:ea typeface="Inter"/>
                <a:cs typeface="Inter"/>
              </a:defRPr>
            </a:lvl6pPr>
            <a:lvl7pPr algn="l">
              <a:defRPr sz="2325" b="0">
                <a:solidFill>
                  <a:srgbClr val="172B40"/>
                </a:solidFill>
                <a:latin typeface="Inter"/>
                <a:ea typeface="Inter"/>
                <a:cs typeface="Inter"/>
              </a:defRPr>
            </a:lvl7pPr>
            <a:lvl8pPr algn="l">
              <a:defRPr sz="2325" b="0">
                <a:solidFill>
                  <a:srgbClr val="172B40"/>
                </a:solidFill>
                <a:latin typeface="Inter"/>
                <a:ea typeface="Inter"/>
                <a:cs typeface="Inter"/>
              </a:defRPr>
            </a:lvl8pPr>
            <a:lvl9pPr algn="l">
              <a:defRPr sz="2325" b="0">
                <a:solidFill>
                  <a:srgbClr val="172B40"/>
                </a:solidFill>
                <a:latin typeface="Inter"/>
                <a:ea typeface="Inter"/>
                <a:cs typeface="Inter"/>
              </a:defRPr>
            </a:lvl9pPr>
          </a:lstStyle>
          <a:p xmlns:a="http://schemas.openxmlformats.org/drawingml/2006/main">
            <a:pPr algn="l">
              <a:defRPr sz="2325" b="0">
                <a:solidFill>
                  <a:srgbClr val="172B40"/>
                </a:solidFill>
                <a:latin typeface="Inter"/>
                <a:ea typeface="Inter"/>
                <a:cs typeface="Inter"/>
              </a:defRPr>
            </a:pPr>
            <a:r>
              <a:rPr sz="2325" b="0">
                <a:solidFill>
                  <a:srgbClr val="172B40"/>
                </a:solidFill>
                <a:latin typeface="Inter"/>
                <a:ea typeface="Inter"/>
                <a:cs typeface="Inter"/>
              </a:rPr>
              <a:t>TRIM bỏ dấu cách thừa trước khi tìm</a:t>
            </a:r>
          </a:p>
          <a:p xmlns:a="http://schemas.openxmlformats.org/drawingml/2006/main">
            <a:pPr algn="l">
              <a:defRPr sz="2325" b="0">
                <a:solidFill>
                  <a:srgbClr val="172B40"/>
                </a:solidFill>
                <a:latin typeface="Inter"/>
                <a:ea typeface="Inter"/>
                <a:cs typeface="Inter"/>
              </a:defRPr>
            </a:pPr>
            <a:r>
              <a:rPr sz="2325" b="0">
                <a:solidFill>
                  <a:srgbClr val="172B40"/>
                </a:solidFill>
                <a:latin typeface="Inter"/>
                <a:ea typeface="Inter"/>
                <a:cs typeface="Inter"/>
              </a:rPr>
              <a:t>$ cố định vùng danh mục khi kéo công thức</a:t>
            </a:r>
          </a:p>
          <a:p xmlns:a="http://schemas.openxmlformats.org/drawingml/2006/main">
            <a:pPr algn="l">
              <a:defRPr sz="2325" b="0">
                <a:solidFill>
                  <a:srgbClr val="172B40"/>
                </a:solidFill>
                <a:latin typeface="Inter"/>
                <a:ea typeface="Inter"/>
                <a:cs typeface="Inter"/>
              </a:defRPr>
            </a:pPr>
            <a:r>
              <a:rPr sz="2325" b="0">
                <a:solidFill>
                  <a:srgbClr val="172B40"/>
                </a:solidFill>
                <a:latin typeface="Inter"/>
                <a:ea typeface="Inter"/>
                <a:cs typeface="Inter"/>
              </a:rPr>
              <a:t>FALSE yêu cầu khớp mã chính xác</a:t>
            </a:r>
          </a:p>
        </p:txBody>
      </p:sp>
      <p:sp>
        <p:nvSpPr>
          <p:cNvPr id="5" name="outcome">
            <a:extLst xmlns:a="http://schemas.openxmlformats.org/drawingml/2006/main">
              <a:ext uri="{FF2B5EF4-FFF2-40B4-BE49-F238E27FC236}">
                <a16:creationId xmlns:a16="http://schemas.microsoft.com/office/drawing/2014/main" id="{E5E0C265-66CD-4468-92D1-02E5A0D05C7E}"/>
              </a:ext>
            </a:extLst>
          </p:cNvPr>
          <p:cNvSpPr>
            <a:spLocks xmlns:a="http://schemas.openxmlformats.org/drawingml/2006/main" noGrp="1"/>
          </p:cNvSpPr>
          <p:nvPr/>
        </p:nvSpPr>
        <p:spPr>
          <a:xfrm xmlns:a="http://schemas.openxmlformats.org/drawingml/2006/main">
            <a:off x="685800" y="5667375"/>
            <a:ext cx="10820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700" b="1">
                <a:solidFill>
                  <a:srgbClr val="167874"/>
                </a:solidFill>
                <a:latin typeface="Inter"/>
                <a:ea typeface="Inter"/>
                <a:cs typeface="Inter"/>
              </a:defRPr>
            </a:defPPr>
            <a:lvl1pPr algn="l">
              <a:defRPr sz="2700" b="1">
                <a:solidFill>
                  <a:srgbClr val="167874"/>
                </a:solidFill>
                <a:latin typeface="Inter"/>
                <a:ea typeface="Inter"/>
                <a:cs typeface="Inter"/>
              </a:defRPr>
            </a:lvl1pPr>
            <a:lvl2pPr algn="l">
              <a:defRPr sz="2700" b="1">
                <a:solidFill>
                  <a:srgbClr val="167874"/>
                </a:solidFill>
                <a:latin typeface="Inter"/>
                <a:ea typeface="Inter"/>
                <a:cs typeface="Inter"/>
              </a:defRPr>
            </a:lvl2pPr>
            <a:lvl3pPr algn="l">
              <a:defRPr sz="2700" b="1">
                <a:solidFill>
                  <a:srgbClr val="167874"/>
                </a:solidFill>
                <a:latin typeface="Inter"/>
                <a:ea typeface="Inter"/>
                <a:cs typeface="Inter"/>
              </a:defRPr>
            </a:lvl3pPr>
            <a:lvl4pPr algn="l">
              <a:defRPr sz="2700" b="1">
                <a:solidFill>
                  <a:srgbClr val="167874"/>
                </a:solidFill>
                <a:latin typeface="Inter"/>
                <a:ea typeface="Inter"/>
                <a:cs typeface="Inter"/>
              </a:defRPr>
            </a:lvl4pPr>
            <a:lvl5pPr algn="l">
              <a:defRPr sz="2700" b="1">
                <a:solidFill>
                  <a:srgbClr val="167874"/>
                </a:solidFill>
                <a:latin typeface="Inter"/>
                <a:ea typeface="Inter"/>
                <a:cs typeface="Inter"/>
              </a:defRPr>
            </a:lvl5pPr>
            <a:lvl6pPr algn="l">
              <a:defRPr sz="2700" b="1">
                <a:solidFill>
                  <a:srgbClr val="167874"/>
                </a:solidFill>
                <a:latin typeface="Inter"/>
                <a:ea typeface="Inter"/>
                <a:cs typeface="Inter"/>
              </a:defRPr>
            </a:lvl6pPr>
            <a:lvl7pPr algn="l">
              <a:defRPr sz="2700" b="1">
                <a:solidFill>
                  <a:srgbClr val="167874"/>
                </a:solidFill>
                <a:latin typeface="Inter"/>
                <a:ea typeface="Inter"/>
                <a:cs typeface="Inter"/>
              </a:defRPr>
            </a:lvl7pPr>
            <a:lvl8pPr algn="l">
              <a:defRPr sz="2700" b="1">
                <a:solidFill>
                  <a:srgbClr val="167874"/>
                </a:solidFill>
                <a:latin typeface="Inter"/>
                <a:ea typeface="Inter"/>
                <a:cs typeface="Inter"/>
              </a:defRPr>
            </a:lvl8pPr>
            <a:lvl9pPr algn="l">
              <a:defRPr sz="2700" b="1">
                <a:solidFill>
                  <a:srgbClr val="167874"/>
                </a:solidFill>
                <a:latin typeface="Inter"/>
                <a:ea typeface="Inter"/>
                <a:cs typeface="Inter"/>
              </a:defRPr>
            </a:lvl9pPr>
          </a:lstStyle>
          <a:p xmlns:a="http://schemas.openxmlformats.org/drawingml/2006/main">
            <a:pPr algn="l">
              <a:defRPr sz="2700" b="1">
                <a:solidFill>
                  <a:srgbClr val="167874"/>
                </a:solidFill>
                <a:latin typeface="Inter"/>
                <a:ea typeface="Inter"/>
                <a:cs typeface="Inter"/>
              </a:defRPr>
            </a:pPr>
            <a:r>
              <a:rPr sz="2700" b="1">
                <a:solidFill>
                  <a:srgbClr val="167874"/>
                </a:solidFill>
                <a:latin typeface="Inter"/>
                <a:ea typeface="Inter"/>
                <a:cs typeface="Inter"/>
              </a:rPr>
              <a:t>Kết quả: Ransomware</a:t>
            </a:r>
          </a:p>
        </p:txBody>
      </p:sp>
    </p:spTree>
    <p:extLst>
      <p:ext uri="{BB962C8B-B14F-4D97-AF65-F5344CB8AC3E}">
        <p14:creationId xmlns:p14="http://schemas.microsoft.com/office/powerpoint/2010/main" val="120044765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0" name="">
            <a:extLst xmlns:a="http://schemas.openxmlformats.org/drawingml/2006/main">
              <a:ext uri="{FF2B5EF4-FFF2-40B4-BE49-F238E27FC236}">
                <a16:creationId xmlns:a16="http://schemas.microsoft.com/office/drawing/2014/main" id="{7CD70623-7C32-436B-81C2-4EA0CDFF7678}"/>
              </a:ext>
            </a:extLst>
          </p:cNvPr>
          <p:cNvCxnSpPr>
            <a:stCxn xmlns:a="http://schemas.openxmlformats.org/drawingml/2006/main" id="15" idx="1"/>
            <a:endCxn xmlns:a="http://schemas.openxmlformats.org/drawingml/2006/main" id="19" idx="1"/>
          </p:cNvCxnSpPr>
          <p:nvPr/>
        </p:nvCxnSpPr>
        <p:spPr>
          <a:xfrm xmlns:a="http://schemas.openxmlformats.org/drawingml/2006/main">
            <a:off x="8001000" y="3257550"/>
            <a:ext cx="457200" cy="2333625"/>
          </a:xfrm>
          <a:prstGeom xmlns:a="http://schemas.openxmlformats.org/drawingml/2006/main" prst="bentConnector4">
            <a:avLst/>
          </a:prstGeom>
          <a:ln xmlns:a="http://schemas.openxmlformats.org/drawingml/2006/main" w="19050">
            <a:solidFill>
              <a:srgbClr val="94A9BB"/>
            </a:solidFill>
            <a:prstDash val="solid"/>
          </a:ln>
        </p:spPr>
      </p:cxnSp>
      <p:cxnSp>
        <p:nvCxnSpPr>
          <p:cNvPr id="18" name="">
            <a:extLst xmlns:a="http://schemas.openxmlformats.org/drawingml/2006/main">
              <a:ext uri="{FF2B5EF4-FFF2-40B4-BE49-F238E27FC236}">
                <a16:creationId xmlns:a16="http://schemas.microsoft.com/office/drawing/2014/main" id="{A638438E-3F70-42E4-9A49-407132CDCD3D}"/>
              </a:ext>
            </a:extLst>
          </p:cNvPr>
          <p:cNvCxnSpPr>
            <a:stCxn xmlns:a="http://schemas.openxmlformats.org/drawingml/2006/main" id="15" idx="1"/>
            <a:endCxn xmlns:a="http://schemas.openxmlformats.org/drawingml/2006/main" id="17" idx="1"/>
          </p:cNvCxnSpPr>
          <p:nvPr/>
        </p:nvCxnSpPr>
        <p:spPr>
          <a:xfrm xmlns:a="http://schemas.openxmlformats.org/drawingml/2006/main">
            <a:off x="8001000" y="3257550"/>
            <a:ext cx="457200" cy="1333500"/>
          </a:xfrm>
          <a:prstGeom xmlns:a="http://schemas.openxmlformats.org/drawingml/2006/main" prst="bentConnector4">
            <a:avLst/>
          </a:prstGeom>
          <a:ln xmlns:a="http://schemas.openxmlformats.org/drawingml/2006/main" w="19050">
            <a:solidFill>
              <a:srgbClr val="94A9BB"/>
            </a:solidFill>
            <a:prstDash val="solid"/>
          </a:ln>
        </p:spPr>
      </p:cxnSp>
      <p:cxnSp>
        <p:nvCxnSpPr>
          <p:cNvPr id="16" name="">
            <a:extLst xmlns:a="http://schemas.openxmlformats.org/drawingml/2006/main">
              <a:ext uri="{FF2B5EF4-FFF2-40B4-BE49-F238E27FC236}">
                <a16:creationId xmlns:a16="http://schemas.microsoft.com/office/drawing/2014/main" id="{4BA251E0-CA55-4EA9-9523-5D9B27FA4DB2}"/>
              </a:ext>
            </a:extLst>
          </p:cNvPr>
          <p:cNvCxnSpPr>
            <a:stCxn xmlns:a="http://schemas.openxmlformats.org/drawingml/2006/main" id="2" idx="2"/>
            <a:endCxn xmlns:a="http://schemas.openxmlformats.org/drawingml/2006/main" id="15" idx="0"/>
          </p:cNvCxnSpPr>
          <p:nvPr/>
        </p:nvCxnSpPr>
        <p:spPr>
          <a:xfrm xmlns:a="http://schemas.openxmlformats.org/drawingml/2006/main">
            <a:off x="6096000" y="2162175"/>
            <a:ext cx="3810000" cy="657225"/>
          </a:xfrm>
          <a:prstGeom xmlns:a="http://schemas.openxmlformats.org/drawingml/2006/main" prst="bentConnector4">
            <a:avLst>
              <a:gd name="adj1" fmla="val 0"/>
              <a:gd name="adj2" fmla="val 50000"/>
            </a:avLst>
          </a:prstGeom>
          <a:ln xmlns:a="http://schemas.openxmlformats.org/drawingml/2006/main" w="19050">
            <a:solidFill>
              <a:srgbClr val="94A9BB"/>
            </a:solidFill>
            <a:prstDash val="solid"/>
          </a:ln>
        </p:spPr>
      </p:cxnSp>
      <p:cxnSp>
        <p:nvCxnSpPr>
          <p:cNvPr id="14" name="">
            <a:extLst xmlns:a="http://schemas.openxmlformats.org/drawingml/2006/main">
              <a:ext uri="{FF2B5EF4-FFF2-40B4-BE49-F238E27FC236}">
                <a16:creationId xmlns:a16="http://schemas.microsoft.com/office/drawing/2014/main" id="{985E6485-E2E9-4DAB-ABE8-F9C78A5F32B7}"/>
              </a:ext>
            </a:extLst>
          </p:cNvPr>
          <p:cNvCxnSpPr>
            <a:stCxn xmlns:a="http://schemas.openxmlformats.org/drawingml/2006/main" id="9" idx="1"/>
            <a:endCxn xmlns:a="http://schemas.openxmlformats.org/drawingml/2006/main" id="13" idx="1"/>
          </p:cNvCxnSpPr>
          <p:nvPr/>
        </p:nvCxnSpPr>
        <p:spPr>
          <a:xfrm xmlns:a="http://schemas.openxmlformats.org/drawingml/2006/main">
            <a:off x="4191000" y="3257550"/>
            <a:ext cx="457200" cy="2333625"/>
          </a:xfrm>
          <a:prstGeom xmlns:a="http://schemas.openxmlformats.org/drawingml/2006/main" prst="bentConnector4">
            <a:avLst/>
          </a:prstGeom>
          <a:ln xmlns:a="http://schemas.openxmlformats.org/drawingml/2006/main" w="19050">
            <a:solidFill>
              <a:srgbClr val="94A9BB"/>
            </a:solidFill>
            <a:prstDash val="solid"/>
          </a:ln>
        </p:spPr>
      </p:cxnSp>
      <p:cxnSp>
        <p:nvCxnSpPr>
          <p:cNvPr id="12" name="">
            <a:extLst xmlns:a="http://schemas.openxmlformats.org/drawingml/2006/main">
              <a:ext uri="{FF2B5EF4-FFF2-40B4-BE49-F238E27FC236}">
                <a16:creationId xmlns:a16="http://schemas.microsoft.com/office/drawing/2014/main" id="{F315ACDB-5F81-4E63-B2EE-90AF046B35F7}"/>
              </a:ext>
            </a:extLst>
          </p:cNvPr>
          <p:cNvCxnSpPr>
            <a:stCxn xmlns:a="http://schemas.openxmlformats.org/drawingml/2006/main" id="9" idx="1"/>
            <a:endCxn xmlns:a="http://schemas.openxmlformats.org/drawingml/2006/main" id="11" idx="1"/>
          </p:cNvCxnSpPr>
          <p:nvPr/>
        </p:nvCxnSpPr>
        <p:spPr>
          <a:xfrm xmlns:a="http://schemas.openxmlformats.org/drawingml/2006/main">
            <a:off x="4191000" y="3257550"/>
            <a:ext cx="457200" cy="1333500"/>
          </a:xfrm>
          <a:prstGeom xmlns:a="http://schemas.openxmlformats.org/drawingml/2006/main" prst="bentConnector4">
            <a:avLst/>
          </a:prstGeom>
          <a:ln xmlns:a="http://schemas.openxmlformats.org/drawingml/2006/main" w="19050">
            <a:solidFill>
              <a:srgbClr val="94A9BB"/>
            </a:solidFill>
            <a:prstDash val="solid"/>
          </a:ln>
        </p:spPr>
      </p:cxnSp>
      <p:cxnSp>
        <p:nvCxnSpPr>
          <p:cNvPr id="10" name="">
            <a:extLst xmlns:a="http://schemas.openxmlformats.org/drawingml/2006/main">
              <a:ext uri="{FF2B5EF4-FFF2-40B4-BE49-F238E27FC236}">
                <a16:creationId xmlns:a16="http://schemas.microsoft.com/office/drawing/2014/main" id="{A81E1987-9937-4024-9D0C-7B2D17B550CB}"/>
              </a:ext>
            </a:extLst>
          </p:cNvPr>
          <p:cNvCxnSpPr>
            <a:stCxn xmlns:a="http://schemas.openxmlformats.org/drawingml/2006/main" id="2" idx="2"/>
            <a:endCxn xmlns:a="http://schemas.openxmlformats.org/drawingml/2006/main" id="9" idx="0"/>
          </p:cNvCxnSpPr>
          <p:nvPr/>
        </p:nvCxnSpPr>
        <p:spPr>
          <a:xfrm xmlns:a="http://schemas.openxmlformats.org/drawingml/2006/main">
            <a:off x="6096000" y="2162175"/>
            <a:ext cx="0" cy="657225"/>
          </a:xfrm>
          <a:prstGeom xmlns:a="http://schemas.openxmlformats.org/drawingml/2006/main" prst="straightConnector1">
            <a:avLst/>
          </a:prstGeom>
          <a:ln xmlns:a="http://schemas.openxmlformats.org/drawingml/2006/main" w="19050">
            <a:solidFill>
              <a:srgbClr val="94A9BB"/>
            </a:solidFill>
            <a:prstDash val="solid"/>
          </a:ln>
        </p:spPr>
      </p:cxnSp>
      <p:cxnSp>
        <p:nvCxnSpPr>
          <p:cNvPr id="8" name="">
            <a:extLst xmlns:a="http://schemas.openxmlformats.org/drawingml/2006/main">
              <a:ext uri="{FF2B5EF4-FFF2-40B4-BE49-F238E27FC236}">
                <a16:creationId xmlns:a16="http://schemas.microsoft.com/office/drawing/2014/main" id="{0C8798BE-BFFA-41B4-89A6-EA277AF44B04}"/>
              </a:ext>
            </a:extLst>
          </p:cNvPr>
          <p:cNvCxnSpPr>
            <a:stCxn xmlns:a="http://schemas.openxmlformats.org/drawingml/2006/main" id="3" idx="1"/>
            <a:endCxn xmlns:a="http://schemas.openxmlformats.org/drawingml/2006/main" id="7" idx="1"/>
          </p:cNvCxnSpPr>
          <p:nvPr/>
        </p:nvCxnSpPr>
        <p:spPr>
          <a:xfrm xmlns:a="http://schemas.openxmlformats.org/drawingml/2006/main">
            <a:off x="381000" y="3257550"/>
            <a:ext cx="457200" cy="2333625"/>
          </a:xfrm>
          <a:prstGeom xmlns:a="http://schemas.openxmlformats.org/drawingml/2006/main" prst="bentConnector4">
            <a:avLst/>
          </a:prstGeom>
          <a:ln xmlns:a="http://schemas.openxmlformats.org/drawingml/2006/main" w="19050">
            <a:solidFill>
              <a:srgbClr val="94A9BB"/>
            </a:solidFill>
            <a:prstDash val="solid"/>
          </a:ln>
        </p:spPr>
      </p:cxnSp>
      <p:cxnSp>
        <p:nvCxnSpPr>
          <p:cNvPr id="6" name="">
            <a:extLst xmlns:a="http://schemas.openxmlformats.org/drawingml/2006/main">
              <a:ext uri="{FF2B5EF4-FFF2-40B4-BE49-F238E27FC236}">
                <a16:creationId xmlns:a16="http://schemas.microsoft.com/office/drawing/2014/main" id="{C54DD1A8-ABAD-48D3-96CD-C09319B7A452}"/>
              </a:ext>
            </a:extLst>
          </p:cNvPr>
          <p:cNvCxnSpPr>
            <a:stCxn xmlns:a="http://schemas.openxmlformats.org/drawingml/2006/main" id="3" idx="1"/>
            <a:endCxn xmlns:a="http://schemas.openxmlformats.org/drawingml/2006/main" id="5" idx="1"/>
          </p:cNvCxnSpPr>
          <p:nvPr/>
        </p:nvCxnSpPr>
        <p:spPr>
          <a:xfrm xmlns:a="http://schemas.openxmlformats.org/drawingml/2006/main">
            <a:off x="381000" y="3257550"/>
            <a:ext cx="457200" cy="1333500"/>
          </a:xfrm>
          <a:prstGeom xmlns:a="http://schemas.openxmlformats.org/drawingml/2006/main" prst="bentConnector4">
            <a:avLst/>
          </a:prstGeom>
          <a:ln xmlns:a="http://schemas.openxmlformats.org/drawingml/2006/main" w="19050">
            <a:solidFill>
              <a:srgbClr val="94A9BB"/>
            </a:solidFill>
            <a:prstDash val="solid"/>
          </a:ln>
        </p:spPr>
      </p:cxnSp>
      <p:cxnSp>
        <p:nvCxnSpPr>
          <p:cNvPr id="4" name="">
            <a:extLst xmlns:a="http://schemas.openxmlformats.org/drawingml/2006/main">
              <a:ext uri="{FF2B5EF4-FFF2-40B4-BE49-F238E27FC236}">
                <a16:creationId xmlns:a16="http://schemas.microsoft.com/office/drawing/2014/main" id="{EA10B9C2-F674-4C16-B2D6-C887896F89D2}"/>
              </a:ext>
            </a:extLst>
          </p:cNvPr>
          <p:cNvCxnSpPr>
            <a:stCxn xmlns:a="http://schemas.openxmlformats.org/drawingml/2006/main" id="2" idx="2"/>
            <a:endCxn xmlns:a="http://schemas.openxmlformats.org/drawingml/2006/main" id="3" idx="0"/>
          </p:cNvCxnSpPr>
          <p:nvPr/>
        </p:nvCxnSpPr>
        <p:spPr>
          <a:xfrm xmlns:a="http://schemas.openxmlformats.org/drawingml/2006/main" flipH="1">
            <a:off x="2286000" y="2162175"/>
            <a:ext cx="3810000" cy="657225"/>
          </a:xfrm>
          <a:prstGeom xmlns:a="http://schemas.openxmlformats.org/drawingml/2006/main" prst="bentConnector4">
            <a:avLst>
              <a:gd name="adj1" fmla="val 0"/>
              <a:gd name="adj2" fmla="val 50000"/>
            </a:avLst>
          </a:prstGeom>
          <a:ln xmlns:a="http://schemas.openxmlformats.org/drawingml/2006/main" w="19050">
            <a:solidFill>
              <a:srgbClr val="94A9BB"/>
            </a:solidFill>
            <a:prstDash val="solid"/>
          </a:ln>
        </p:spPr>
      </p:cxnSp>
      <p:sp>
        <p:nvSpPr>
          <p:cNvPr id="21" name="heading">
            <a:extLst xmlns:a="http://schemas.openxmlformats.org/drawingml/2006/main">
              <a:ext uri="{FF2B5EF4-FFF2-40B4-BE49-F238E27FC236}">
                <a16:creationId xmlns:a16="http://schemas.microsoft.com/office/drawing/2014/main" id="{F3297817-9B85-4648-86DD-568DCEE8FF64}"/>
              </a:ext>
            </a:extLst>
          </p:cNvPr>
          <p:cNvSpPr>
            <a:spLocks xmlns:a="http://schemas.openxmlformats.org/drawingml/2006/main" noGrp="1"/>
          </p:cNvSpPr>
          <p:nvPr/>
        </p:nvSpPr>
        <p:spPr>
          <a:xfrm xmlns:a="http://schemas.openxmlformats.org/drawingml/2006/main">
            <a:off x="609600" y="381000"/>
            <a:ext cx="109728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300" b="1">
                <a:solidFill>
                  <a:srgbClr val="172B40"/>
                </a:solidFill>
                <a:latin typeface="Inter"/>
                <a:ea typeface="Inter"/>
                <a:cs typeface="Inter"/>
              </a:defRPr>
            </a:defPPr>
            <a:lvl1pPr algn="l">
              <a:defRPr sz="3300" b="1">
                <a:solidFill>
                  <a:srgbClr val="172B40"/>
                </a:solidFill>
                <a:latin typeface="Inter"/>
                <a:ea typeface="Inter"/>
                <a:cs typeface="Inter"/>
              </a:defRPr>
            </a:lvl1pPr>
            <a:lvl2pPr algn="l">
              <a:defRPr sz="3300" b="1">
                <a:solidFill>
                  <a:srgbClr val="172B40"/>
                </a:solidFill>
                <a:latin typeface="Inter"/>
                <a:ea typeface="Inter"/>
                <a:cs typeface="Inter"/>
              </a:defRPr>
            </a:lvl2pPr>
            <a:lvl3pPr algn="l">
              <a:defRPr sz="3300" b="1">
                <a:solidFill>
                  <a:srgbClr val="172B40"/>
                </a:solidFill>
                <a:latin typeface="Inter"/>
                <a:ea typeface="Inter"/>
                <a:cs typeface="Inter"/>
              </a:defRPr>
            </a:lvl3pPr>
            <a:lvl4pPr algn="l">
              <a:defRPr sz="3300" b="1">
                <a:solidFill>
                  <a:srgbClr val="172B40"/>
                </a:solidFill>
                <a:latin typeface="Inter"/>
                <a:ea typeface="Inter"/>
                <a:cs typeface="Inter"/>
              </a:defRPr>
            </a:lvl4pPr>
            <a:lvl5pPr algn="l">
              <a:defRPr sz="3300" b="1">
                <a:solidFill>
                  <a:srgbClr val="172B40"/>
                </a:solidFill>
                <a:latin typeface="Inter"/>
                <a:ea typeface="Inter"/>
                <a:cs typeface="Inter"/>
              </a:defRPr>
            </a:lvl5pPr>
            <a:lvl6pPr algn="l">
              <a:defRPr sz="3300" b="1">
                <a:solidFill>
                  <a:srgbClr val="172B40"/>
                </a:solidFill>
                <a:latin typeface="Inter"/>
                <a:ea typeface="Inter"/>
                <a:cs typeface="Inter"/>
              </a:defRPr>
            </a:lvl6pPr>
            <a:lvl7pPr algn="l">
              <a:defRPr sz="3300" b="1">
                <a:solidFill>
                  <a:srgbClr val="172B40"/>
                </a:solidFill>
                <a:latin typeface="Inter"/>
                <a:ea typeface="Inter"/>
                <a:cs typeface="Inter"/>
              </a:defRPr>
            </a:lvl7pPr>
            <a:lvl8pPr algn="l">
              <a:defRPr sz="3300" b="1">
                <a:solidFill>
                  <a:srgbClr val="172B40"/>
                </a:solidFill>
                <a:latin typeface="Inter"/>
                <a:ea typeface="Inter"/>
                <a:cs typeface="Inter"/>
              </a:defRPr>
            </a:lvl8pPr>
            <a:lvl9pPr algn="l">
              <a:defRPr sz="3300" b="1">
                <a:solidFill>
                  <a:srgbClr val="172B40"/>
                </a:solidFill>
                <a:latin typeface="Inter"/>
                <a:ea typeface="Inter"/>
                <a:cs typeface="Inter"/>
              </a:defRPr>
            </a:lvl9pPr>
          </a:lstStyle>
          <a:p xmlns:a="http://schemas.openxmlformats.org/drawingml/2006/main">
            <a:pPr algn="l">
              <a:defRPr sz="3300" b="1">
                <a:solidFill>
                  <a:srgbClr val="172B40"/>
                </a:solidFill>
                <a:latin typeface="Inter"/>
                <a:ea typeface="Inter"/>
                <a:cs typeface="Inter"/>
              </a:defRPr>
            </a:pPr>
            <a:r>
              <a:rPr sz="3300" b="1">
                <a:solidFill>
                  <a:srgbClr val="172B40"/>
                </a:solidFill>
                <a:latin typeface="Inter"/>
                <a:ea typeface="Inter"/>
                <a:cs typeface="Inter"/>
              </a:rPr>
              <a:t>Chiến lược phòng thủ ba tầng</a:t>
            </a:r>
          </a:p>
        </p:txBody>
      </p:sp>
      <p:sp>
        <p:nvSpPr>
          <p:cNvPr id="2" name="root">
            <a:extLst xmlns:a="http://schemas.openxmlformats.org/drawingml/2006/main">
              <a:ext uri="{FF2B5EF4-FFF2-40B4-BE49-F238E27FC236}">
                <a16:creationId xmlns:a16="http://schemas.microsoft.com/office/drawing/2014/main" id="{6C0D36A2-8719-4E24-8F21-5269BF47CBB9}"/>
              </a:ext>
            </a:extLst>
          </p:cNvPr>
          <p:cNvSpPr>
            <a:spLocks xmlns:a="http://schemas.openxmlformats.org/drawingml/2006/main" noGrp="1"/>
          </p:cNvSpPr>
          <p:nvPr/>
        </p:nvSpPr>
        <p:spPr>
          <a:xfrm xmlns:a="http://schemas.openxmlformats.org/drawingml/2006/main">
            <a:off x="4057650" y="1419225"/>
            <a:ext cx="4076700" cy="742950"/>
          </a:xfrm>
          <a:prstGeom xmlns:a="http://schemas.openxmlformats.org/drawingml/2006/main" prst="rect">
            <a:avLst/>
          </a:prstGeom>
          <a:solidFill xmlns:a="http://schemas.openxmlformats.org/drawingml/2006/main">
            <a:srgbClr val="102B46"/>
          </a:solidFill>
          <a:ln xmlns:a="http://schemas.openxmlformats.org/drawingml/2006/main" w="9525">
            <a:solidFill>
              <a:srgbClr val="102B46"/>
            </a:solidFill>
            <a:prstDash val="solid"/>
          </a:ln>
        </p:spPr>
        <p:txBody>
          <a:bodyPr xmlns:a="http://schemas.openxmlformats.org/drawingml/2006/main" wrap="square" lIns="152400" tIns="152400" rIns="152400" bIns="152400" anchor="ctr">
            <a:noAutofit/>
          </a:bodyPr>
          <a:lstStyle xmlns:a="http://schemas.openxmlformats.org/drawingml/2006/main">
            <a:defPPr algn="ctr">
              <a:defRPr sz="2400" b="1">
                <a:solidFill>
                  <a:srgbClr val="FFFFFF"/>
                </a:solidFill>
                <a:latin typeface="Inter"/>
                <a:ea typeface="Inter"/>
                <a:cs typeface="Inter"/>
              </a:defRPr>
            </a:defPPr>
            <a:lvl1pPr algn="ctr">
              <a:defRPr sz="2400" b="1">
                <a:solidFill>
                  <a:srgbClr val="FFFFFF"/>
                </a:solidFill>
                <a:latin typeface="Inter"/>
                <a:ea typeface="Inter"/>
                <a:cs typeface="Inter"/>
              </a:defRPr>
            </a:lvl1pPr>
            <a:lvl2pPr algn="ctr">
              <a:defRPr sz="2400" b="1">
                <a:solidFill>
                  <a:srgbClr val="FFFFFF"/>
                </a:solidFill>
                <a:latin typeface="Inter"/>
                <a:ea typeface="Inter"/>
                <a:cs typeface="Inter"/>
              </a:defRPr>
            </a:lvl2pPr>
            <a:lvl3pPr algn="ctr">
              <a:defRPr sz="2400" b="1">
                <a:solidFill>
                  <a:srgbClr val="FFFFFF"/>
                </a:solidFill>
                <a:latin typeface="Inter"/>
                <a:ea typeface="Inter"/>
                <a:cs typeface="Inter"/>
              </a:defRPr>
            </a:lvl3pPr>
            <a:lvl4pPr algn="ctr">
              <a:defRPr sz="2400" b="1">
                <a:solidFill>
                  <a:srgbClr val="FFFFFF"/>
                </a:solidFill>
                <a:latin typeface="Inter"/>
                <a:ea typeface="Inter"/>
                <a:cs typeface="Inter"/>
              </a:defRPr>
            </a:lvl4pPr>
            <a:lvl5pPr algn="ctr">
              <a:defRPr sz="2400" b="1">
                <a:solidFill>
                  <a:srgbClr val="FFFFFF"/>
                </a:solidFill>
                <a:latin typeface="Inter"/>
                <a:ea typeface="Inter"/>
                <a:cs typeface="Inter"/>
              </a:defRPr>
            </a:lvl5pPr>
            <a:lvl6pPr algn="ctr">
              <a:defRPr sz="2400" b="1">
                <a:solidFill>
                  <a:srgbClr val="FFFFFF"/>
                </a:solidFill>
                <a:latin typeface="Inter"/>
                <a:ea typeface="Inter"/>
                <a:cs typeface="Inter"/>
              </a:defRPr>
            </a:lvl6pPr>
            <a:lvl7pPr algn="ctr">
              <a:defRPr sz="2400" b="1">
                <a:solidFill>
                  <a:srgbClr val="FFFFFF"/>
                </a:solidFill>
                <a:latin typeface="Inter"/>
                <a:ea typeface="Inter"/>
                <a:cs typeface="Inter"/>
              </a:defRPr>
            </a:lvl7pPr>
            <a:lvl8pPr algn="ctr">
              <a:defRPr sz="2400" b="1">
                <a:solidFill>
                  <a:srgbClr val="FFFFFF"/>
                </a:solidFill>
                <a:latin typeface="Inter"/>
                <a:ea typeface="Inter"/>
                <a:cs typeface="Inter"/>
              </a:defRPr>
            </a:lvl8pPr>
            <a:lvl9pPr algn="ctr">
              <a:defRPr sz="2400" b="1">
                <a:solidFill>
                  <a:srgbClr val="FFFFFF"/>
                </a:solidFill>
                <a:latin typeface="Inter"/>
                <a:ea typeface="Inter"/>
                <a:cs typeface="Inter"/>
              </a:defRPr>
            </a:lvl9pPr>
          </a:lstStyle>
          <a:p xmlns:a="http://schemas.openxmlformats.org/drawingml/2006/main">
            <a:pPr algn="ctr">
              <a:defRPr sz="2400" b="1">
                <a:solidFill>
                  <a:srgbClr val="FFFFFF"/>
                </a:solidFill>
                <a:latin typeface="Inter"/>
                <a:ea typeface="Inter"/>
                <a:cs typeface="Inter"/>
              </a:defRPr>
            </a:pPr>
            <a:r>
              <a:rPr sz="2400" b="1">
                <a:solidFill>
                  <a:srgbClr val="FFFFFF"/>
                </a:solidFill>
                <a:latin typeface="Inter"/>
                <a:ea typeface="Inter"/>
                <a:cs typeface="Inter"/>
              </a:rPr>
              <a:t>Phòng thủ NetGuard</a:t>
            </a:r>
          </a:p>
        </p:txBody>
      </p:sp>
      <p:sp>
        <p:nvSpPr>
          <p:cNvPr id="3" name="layer-0">
            <a:extLst xmlns:a="http://schemas.openxmlformats.org/drawingml/2006/main">
              <a:ext uri="{FF2B5EF4-FFF2-40B4-BE49-F238E27FC236}">
                <a16:creationId xmlns:a16="http://schemas.microsoft.com/office/drawing/2014/main" id="{212D6692-C5BE-4EEF-99CA-3DCD9C254281}"/>
              </a:ext>
            </a:extLst>
          </p:cNvPr>
          <p:cNvSpPr>
            <a:spLocks xmlns:a="http://schemas.openxmlformats.org/drawingml/2006/main" noGrp="1"/>
          </p:cNvSpPr>
          <p:nvPr/>
        </p:nvSpPr>
        <p:spPr>
          <a:xfrm xmlns:a="http://schemas.openxmlformats.org/drawingml/2006/main">
            <a:off x="609600" y="2819400"/>
            <a:ext cx="3352800" cy="876300"/>
          </a:xfrm>
          <a:prstGeom xmlns:a="http://schemas.openxmlformats.org/drawingml/2006/main" prst="rect">
            <a:avLst/>
          </a:prstGeom>
          <a:solidFill xmlns:a="http://schemas.openxmlformats.org/drawingml/2006/main">
            <a:srgbClr val="235A8C"/>
          </a:solidFill>
          <a:ln xmlns:a="http://schemas.openxmlformats.org/drawingml/2006/main" w="9525">
            <a:solidFill>
              <a:srgbClr val="235A8C"/>
            </a:solidFill>
            <a:prstDash val="solid"/>
          </a:ln>
        </p:spPr>
        <p:txBody>
          <a:bodyPr xmlns:a="http://schemas.openxmlformats.org/drawingml/2006/main" wrap="square" lIns="152400" tIns="152400" rIns="152400" bIns="152400" anchor="ctr">
            <a:noAutofit/>
          </a:bodyPr>
          <a:lstStyle xmlns:a="http://schemas.openxmlformats.org/drawingml/2006/main">
            <a:defPPr algn="ctr">
              <a:defRPr sz="2175" b="1">
                <a:solidFill>
                  <a:srgbClr val="FFFFFF"/>
                </a:solidFill>
                <a:latin typeface="Inter"/>
                <a:ea typeface="Inter"/>
                <a:cs typeface="Inter"/>
              </a:defRPr>
            </a:defPPr>
            <a:lvl1pPr algn="ctr">
              <a:defRPr sz="2175" b="1">
                <a:solidFill>
                  <a:srgbClr val="FFFFFF"/>
                </a:solidFill>
                <a:latin typeface="Inter"/>
                <a:ea typeface="Inter"/>
                <a:cs typeface="Inter"/>
              </a:defRPr>
            </a:lvl1pPr>
            <a:lvl2pPr algn="ctr">
              <a:defRPr sz="2175" b="1">
                <a:solidFill>
                  <a:srgbClr val="FFFFFF"/>
                </a:solidFill>
                <a:latin typeface="Inter"/>
                <a:ea typeface="Inter"/>
                <a:cs typeface="Inter"/>
              </a:defRPr>
            </a:lvl2pPr>
            <a:lvl3pPr algn="ctr">
              <a:defRPr sz="2175" b="1">
                <a:solidFill>
                  <a:srgbClr val="FFFFFF"/>
                </a:solidFill>
                <a:latin typeface="Inter"/>
                <a:ea typeface="Inter"/>
                <a:cs typeface="Inter"/>
              </a:defRPr>
            </a:lvl3pPr>
            <a:lvl4pPr algn="ctr">
              <a:defRPr sz="2175" b="1">
                <a:solidFill>
                  <a:srgbClr val="FFFFFF"/>
                </a:solidFill>
                <a:latin typeface="Inter"/>
                <a:ea typeface="Inter"/>
                <a:cs typeface="Inter"/>
              </a:defRPr>
            </a:lvl4pPr>
            <a:lvl5pPr algn="ctr">
              <a:defRPr sz="2175" b="1">
                <a:solidFill>
                  <a:srgbClr val="FFFFFF"/>
                </a:solidFill>
                <a:latin typeface="Inter"/>
                <a:ea typeface="Inter"/>
                <a:cs typeface="Inter"/>
              </a:defRPr>
            </a:lvl5pPr>
            <a:lvl6pPr algn="ctr">
              <a:defRPr sz="2175" b="1">
                <a:solidFill>
                  <a:srgbClr val="FFFFFF"/>
                </a:solidFill>
                <a:latin typeface="Inter"/>
                <a:ea typeface="Inter"/>
                <a:cs typeface="Inter"/>
              </a:defRPr>
            </a:lvl6pPr>
            <a:lvl7pPr algn="ctr">
              <a:defRPr sz="2175" b="1">
                <a:solidFill>
                  <a:srgbClr val="FFFFFF"/>
                </a:solidFill>
                <a:latin typeface="Inter"/>
                <a:ea typeface="Inter"/>
                <a:cs typeface="Inter"/>
              </a:defRPr>
            </a:lvl7pPr>
            <a:lvl8pPr algn="ctr">
              <a:defRPr sz="2175" b="1">
                <a:solidFill>
                  <a:srgbClr val="FFFFFF"/>
                </a:solidFill>
                <a:latin typeface="Inter"/>
                <a:ea typeface="Inter"/>
                <a:cs typeface="Inter"/>
              </a:defRPr>
            </a:lvl8pPr>
            <a:lvl9pPr algn="ctr">
              <a:defRPr sz="2175" b="1">
                <a:solidFill>
                  <a:srgbClr val="FFFFFF"/>
                </a:solidFill>
                <a:latin typeface="Inter"/>
                <a:ea typeface="Inter"/>
                <a:cs typeface="Inter"/>
              </a:defRPr>
            </a:lvl9pPr>
          </a:lstStyle>
          <a:p xmlns:a="http://schemas.openxmlformats.org/drawingml/2006/main">
            <a:pPr algn="ctr">
              <a:defRPr sz="2175" b="1">
                <a:solidFill>
                  <a:srgbClr val="FFFFFF"/>
                </a:solidFill>
                <a:latin typeface="Inter"/>
                <a:ea typeface="Inter"/>
                <a:cs typeface="Inter"/>
              </a:defRPr>
            </a:pPr>
            <a:r>
              <a:rPr sz="2175" b="1">
                <a:solidFill>
                  <a:srgbClr val="FFFFFF"/>
                </a:solidFill>
                <a:latin typeface="Inter"/>
                <a:ea typeface="Inter"/>
                <a:cs typeface="Inter"/>
              </a:rPr>
              <a:t>Tầng 1</a:t>
            </a:r>
          </a:p>
          <a:p xmlns:a="http://schemas.openxmlformats.org/drawingml/2006/main">
            <a:pPr algn="ctr">
              <a:defRPr sz="2175" b="1">
                <a:solidFill>
                  <a:srgbClr val="FFFFFF"/>
                </a:solidFill>
                <a:latin typeface="Inter"/>
                <a:ea typeface="Inter"/>
                <a:cs typeface="Inter"/>
              </a:defRPr>
            </a:pPr>
            <a:r>
              <a:rPr sz="2175" b="1">
                <a:solidFill>
                  <a:srgbClr val="FFFFFF"/>
                </a:solidFill>
                <a:latin typeface="Inter"/>
                <a:ea typeface="Inter"/>
                <a:cs typeface="Inter"/>
              </a:rPr>
              <a:t>Mạng</a:t>
            </a:r>
          </a:p>
        </p:txBody>
      </p:sp>
      <p:sp>
        <p:nvSpPr>
          <p:cNvPr id="5" name="control-0-0">
            <a:extLst xmlns:a="http://schemas.openxmlformats.org/drawingml/2006/main">
              <a:ext uri="{FF2B5EF4-FFF2-40B4-BE49-F238E27FC236}">
                <a16:creationId xmlns:a16="http://schemas.microsoft.com/office/drawing/2014/main" id="{CE67C6C7-9831-43CD-A37D-8A00A70391D1}"/>
              </a:ext>
            </a:extLst>
          </p:cNvPr>
          <p:cNvSpPr>
            <a:spLocks xmlns:a="http://schemas.openxmlformats.org/drawingml/2006/main" noGrp="1"/>
          </p:cNvSpPr>
          <p:nvPr/>
        </p:nvSpPr>
        <p:spPr>
          <a:xfrm xmlns:a="http://schemas.openxmlformats.org/drawingml/2006/main">
            <a:off x="838200" y="4181475"/>
            <a:ext cx="3124200" cy="819150"/>
          </a:xfrm>
          <a:prstGeom xmlns:a="http://schemas.openxmlformats.org/drawingml/2006/main" prst="rect">
            <a:avLst/>
          </a:prstGeom>
          <a:solidFill xmlns:a="http://schemas.openxmlformats.org/drawingml/2006/main">
            <a:srgbClr val="EDF3F8"/>
          </a:solidFill>
          <a:ln xmlns:a="http://schemas.openxmlformats.org/drawingml/2006/main" w="9525">
            <a:solidFill>
              <a:srgbClr val="EDF3F8"/>
            </a:solidFill>
            <a:prstDash val="solid"/>
          </a:ln>
        </p:spPr>
        <p:txBody>
          <a:bodyPr xmlns:a="http://schemas.openxmlformats.org/drawingml/2006/main" wrap="square" lIns="152400" tIns="152400" rIns="152400" bIns="152400" anchor="ctr">
            <a:noAutofit/>
          </a:bodyPr>
          <a:lstStyle xmlns:a="http://schemas.openxmlformats.org/drawingml/2006/main">
            <a:defPPr algn="ctr">
              <a:defRPr sz="1950" b="1">
                <a:solidFill>
                  <a:srgbClr val="172B40"/>
                </a:solidFill>
                <a:latin typeface="Inter"/>
                <a:ea typeface="Inter"/>
                <a:cs typeface="Inter"/>
              </a:defRPr>
            </a:defPPr>
            <a:lvl1pPr algn="ctr">
              <a:defRPr sz="1950" b="1">
                <a:solidFill>
                  <a:srgbClr val="172B40"/>
                </a:solidFill>
                <a:latin typeface="Inter"/>
                <a:ea typeface="Inter"/>
                <a:cs typeface="Inter"/>
              </a:defRPr>
            </a:lvl1pPr>
            <a:lvl2pPr algn="ctr">
              <a:defRPr sz="1950" b="1">
                <a:solidFill>
                  <a:srgbClr val="172B40"/>
                </a:solidFill>
                <a:latin typeface="Inter"/>
                <a:ea typeface="Inter"/>
                <a:cs typeface="Inter"/>
              </a:defRPr>
            </a:lvl2pPr>
            <a:lvl3pPr algn="ctr">
              <a:defRPr sz="1950" b="1">
                <a:solidFill>
                  <a:srgbClr val="172B40"/>
                </a:solidFill>
                <a:latin typeface="Inter"/>
                <a:ea typeface="Inter"/>
                <a:cs typeface="Inter"/>
              </a:defRPr>
            </a:lvl3pPr>
            <a:lvl4pPr algn="ctr">
              <a:defRPr sz="1950" b="1">
                <a:solidFill>
                  <a:srgbClr val="172B40"/>
                </a:solidFill>
                <a:latin typeface="Inter"/>
                <a:ea typeface="Inter"/>
                <a:cs typeface="Inter"/>
              </a:defRPr>
            </a:lvl4pPr>
            <a:lvl5pPr algn="ctr">
              <a:defRPr sz="1950" b="1">
                <a:solidFill>
                  <a:srgbClr val="172B40"/>
                </a:solidFill>
                <a:latin typeface="Inter"/>
                <a:ea typeface="Inter"/>
                <a:cs typeface="Inter"/>
              </a:defRPr>
            </a:lvl5pPr>
            <a:lvl6pPr algn="ctr">
              <a:defRPr sz="1950" b="1">
                <a:solidFill>
                  <a:srgbClr val="172B40"/>
                </a:solidFill>
                <a:latin typeface="Inter"/>
                <a:ea typeface="Inter"/>
                <a:cs typeface="Inter"/>
              </a:defRPr>
            </a:lvl6pPr>
            <a:lvl7pPr algn="ctr">
              <a:defRPr sz="1950" b="1">
                <a:solidFill>
                  <a:srgbClr val="172B40"/>
                </a:solidFill>
                <a:latin typeface="Inter"/>
                <a:ea typeface="Inter"/>
                <a:cs typeface="Inter"/>
              </a:defRPr>
            </a:lvl7pPr>
            <a:lvl8pPr algn="ctr">
              <a:defRPr sz="1950" b="1">
                <a:solidFill>
                  <a:srgbClr val="172B40"/>
                </a:solidFill>
                <a:latin typeface="Inter"/>
                <a:ea typeface="Inter"/>
                <a:cs typeface="Inter"/>
              </a:defRPr>
            </a:lvl8pPr>
            <a:lvl9pPr algn="ctr">
              <a:defRPr sz="1950" b="1">
                <a:solidFill>
                  <a:srgbClr val="172B40"/>
                </a:solidFill>
                <a:latin typeface="Inter"/>
                <a:ea typeface="Inter"/>
                <a:cs typeface="Inter"/>
              </a:defRPr>
            </a:lvl9pPr>
          </a:lstStyle>
          <a:p xmlns:a="http://schemas.openxmlformats.org/drawingml/2006/main">
            <a:pPr algn="ctr">
              <a:defRPr sz="1950" b="1">
                <a:solidFill>
                  <a:srgbClr val="172B40"/>
                </a:solidFill>
                <a:latin typeface="Inter"/>
                <a:ea typeface="Inter"/>
                <a:cs typeface="Inter"/>
              </a:defRPr>
            </a:pPr>
            <a:r>
              <a:rPr sz="1950" b="1">
                <a:solidFill>
                  <a:srgbClr val="172B40"/>
                </a:solidFill>
                <a:latin typeface="Inter"/>
                <a:ea typeface="Inter"/>
                <a:cs typeface="Inter"/>
              </a:rPr>
              <a:t>Firewall và</a:t>
            </a:r>
          </a:p>
          <a:p xmlns:a="http://schemas.openxmlformats.org/drawingml/2006/main">
            <a:pPr algn="ctr">
              <a:defRPr sz="1950" b="1">
                <a:solidFill>
                  <a:srgbClr val="172B40"/>
                </a:solidFill>
                <a:latin typeface="Inter"/>
                <a:ea typeface="Inter"/>
                <a:cs typeface="Inter"/>
              </a:defRPr>
            </a:pPr>
            <a:r>
              <a:rPr sz="1950" b="1">
                <a:solidFill>
                  <a:srgbClr val="172B40"/>
                </a:solidFill>
                <a:latin typeface="Inter"/>
                <a:ea typeface="Inter"/>
                <a:cs typeface="Inter"/>
              </a:rPr>
              <a:t>phân đoạn mạng</a:t>
            </a:r>
          </a:p>
        </p:txBody>
      </p:sp>
      <p:sp>
        <p:nvSpPr>
          <p:cNvPr id="7" name="control-0-1">
            <a:extLst xmlns:a="http://schemas.openxmlformats.org/drawingml/2006/main">
              <a:ext uri="{FF2B5EF4-FFF2-40B4-BE49-F238E27FC236}">
                <a16:creationId xmlns:a16="http://schemas.microsoft.com/office/drawing/2014/main" id="{CBD4EE04-9540-49CE-84D1-7757004B6A5D}"/>
              </a:ext>
            </a:extLst>
          </p:cNvPr>
          <p:cNvSpPr>
            <a:spLocks xmlns:a="http://schemas.openxmlformats.org/drawingml/2006/main" noGrp="1"/>
          </p:cNvSpPr>
          <p:nvPr/>
        </p:nvSpPr>
        <p:spPr>
          <a:xfrm xmlns:a="http://schemas.openxmlformats.org/drawingml/2006/main">
            <a:off x="838200" y="5181600"/>
            <a:ext cx="3124200" cy="819150"/>
          </a:xfrm>
          <a:prstGeom xmlns:a="http://schemas.openxmlformats.org/drawingml/2006/main" prst="rect">
            <a:avLst/>
          </a:prstGeom>
          <a:solidFill xmlns:a="http://schemas.openxmlformats.org/drawingml/2006/main">
            <a:srgbClr val="EDF3F8"/>
          </a:solidFill>
          <a:ln xmlns:a="http://schemas.openxmlformats.org/drawingml/2006/main" w="9525">
            <a:solidFill>
              <a:srgbClr val="EDF3F8"/>
            </a:solidFill>
            <a:prstDash val="solid"/>
          </a:ln>
        </p:spPr>
        <p:txBody>
          <a:bodyPr xmlns:a="http://schemas.openxmlformats.org/drawingml/2006/main" wrap="square" lIns="152400" tIns="152400" rIns="152400" bIns="152400" anchor="ctr">
            <a:noAutofit/>
          </a:bodyPr>
          <a:lstStyle xmlns:a="http://schemas.openxmlformats.org/drawingml/2006/main">
            <a:defPPr algn="ctr">
              <a:defRPr sz="1950" b="1">
                <a:solidFill>
                  <a:srgbClr val="172B40"/>
                </a:solidFill>
                <a:latin typeface="Inter"/>
                <a:ea typeface="Inter"/>
                <a:cs typeface="Inter"/>
              </a:defRPr>
            </a:defPPr>
            <a:lvl1pPr algn="ctr">
              <a:defRPr sz="1950" b="1">
                <a:solidFill>
                  <a:srgbClr val="172B40"/>
                </a:solidFill>
                <a:latin typeface="Inter"/>
                <a:ea typeface="Inter"/>
                <a:cs typeface="Inter"/>
              </a:defRPr>
            </a:lvl1pPr>
            <a:lvl2pPr algn="ctr">
              <a:defRPr sz="1950" b="1">
                <a:solidFill>
                  <a:srgbClr val="172B40"/>
                </a:solidFill>
                <a:latin typeface="Inter"/>
                <a:ea typeface="Inter"/>
                <a:cs typeface="Inter"/>
              </a:defRPr>
            </a:lvl2pPr>
            <a:lvl3pPr algn="ctr">
              <a:defRPr sz="1950" b="1">
                <a:solidFill>
                  <a:srgbClr val="172B40"/>
                </a:solidFill>
                <a:latin typeface="Inter"/>
                <a:ea typeface="Inter"/>
                <a:cs typeface="Inter"/>
              </a:defRPr>
            </a:lvl3pPr>
            <a:lvl4pPr algn="ctr">
              <a:defRPr sz="1950" b="1">
                <a:solidFill>
                  <a:srgbClr val="172B40"/>
                </a:solidFill>
                <a:latin typeface="Inter"/>
                <a:ea typeface="Inter"/>
                <a:cs typeface="Inter"/>
              </a:defRPr>
            </a:lvl4pPr>
            <a:lvl5pPr algn="ctr">
              <a:defRPr sz="1950" b="1">
                <a:solidFill>
                  <a:srgbClr val="172B40"/>
                </a:solidFill>
                <a:latin typeface="Inter"/>
                <a:ea typeface="Inter"/>
                <a:cs typeface="Inter"/>
              </a:defRPr>
            </a:lvl5pPr>
            <a:lvl6pPr algn="ctr">
              <a:defRPr sz="1950" b="1">
                <a:solidFill>
                  <a:srgbClr val="172B40"/>
                </a:solidFill>
                <a:latin typeface="Inter"/>
                <a:ea typeface="Inter"/>
                <a:cs typeface="Inter"/>
              </a:defRPr>
            </a:lvl6pPr>
            <a:lvl7pPr algn="ctr">
              <a:defRPr sz="1950" b="1">
                <a:solidFill>
                  <a:srgbClr val="172B40"/>
                </a:solidFill>
                <a:latin typeface="Inter"/>
                <a:ea typeface="Inter"/>
                <a:cs typeface="Inter"/>
              </a:defRPr>
            </a:lvl7pPr>
            <a:lvl8pPr algn="ctr">
              <a:defRPr sz="1950" b="1">
                <a:solidFill>
                  <a:srgbClr val="172B40"/>
                </a:solidFill>
                <a:latin typeface="Inter"/>
                <a:ea typeface="Inter"/>
                <a:cs typeface="Inter"/>
              </a:defRPr>
            </a:lvl8pPr>
            <a:lvl9pPr algn="ctr">
              <a:defRPr sz="1950" b="1">
                <a:solidFill>
                  <a:srgbClr val="172B40"/>
                </a:solidFill>
                <a:latin typeface="Inter"/>
                <a:ea typeface="Inter"/>
                <a:cs typeface="Inter"/>
              </a:defRPr>
            </a:lvl9pPr>
          </a:lstStyle>
          <a:p xmlns:a="http://schemas.openxmlformats.org/drawingml/2006/main">
            <a:pPr algn="ctr">
              <a:defRPr sz="1950" b="1">
                <a:solidFill>
                  <a:srgbClr val="172B40"/>
                </a:solidFill>
                <a:latin typeface="Inter"/>
                <a:ea typeface="Inter"/>
                <a:cs typeface="Inter"/>
              </a:defRPr>
            </a:pPr>
            <a:r>
              <a:rPr sz="1950" b="1">
                <a:solidFill>
                  <a:srgbClr val="172B40"/>
                </a:solidFill>
                <a:latin typeface="Inter"/>
                <a:ea typeface="Inter"/>
                <a:cs typeface="Inter"/>
              </a:rPr>
              <a:t>IDS/IPS</a:t>
            </a:r>
          </a:p>
        </p:txBody>
      </p:sp>
      <p:sp>
        <p:nvSpPr>
          <p:cNvPr id="9" name="layer-1">
            <a:extLst xmlns:a="http://schemas.openxmlformats.org/drawingml/2006/main">
              <a:ext uri="{FF2B5EF4-FFF2-40B4-BE49-F238E27FC236}">
                <a16:creationId xmlns:a16="http://schemas.microsoft.com/office/drawing/2014/main" id="{37BEEC82-F0D5-492E-9906-670CD4D197B7}"/>
              </a:ext>
            </a:extLst>
          </p:cNvPr>
          <p:cNvSpPr>
            <a:spLocks xmlns:a="http://schemas.openxmlformats.org/drawingml/2006/main" noGrp="1"/>
          </p:cNvSpPr>
          <p:nvPr/>
        </p:nvSpPr>
        <p:spPr>
          <a:xfrm xmlns:a="http://schemas.openxmlformats.org/drawingml/2006/main">
            <a:off x="4419600" y="2819400"/>
            <a:ext cx="3352800" cy="876300"/>
          </a:xfrm>
          <a:prstGeom xmlns:a="http://schemas.openxmlformats.org/drawingml/2006/main" prst="rect">
            <a:avLst/>
          </a:prstGeom>
          <a:solidFill xmlns:a="http://schemas.openxmlformats.org/drawingml/2006/main">
            <a:srgbClr val="167874"/>
          </a:solidFill>
          <a:ln xmlns:a="http://schemas.openxmlformats.org/drawingml/2006/main" w="9525">
            <a:solidFill>
              <a:srgbClr val="167874"/>
            </a:solidFill>
            <a:prstDash val="solid"/>
          </a:ln>
        </p:spPr>
        <p:txBody>
          <a:bodyPr xmlns:a="http://schemas.openxmlformats.org/drawingml/2006/main" wrap="square" lIns="152400" tIns="152400" rIns="152400" bIns="152400" anchor="ctr">
            <a:noAutofit/>
          </a:bodyPr>
          <a:lstStyle xmlns:a="http://schemas.openxmlformats.org/drawingml/2006/main">
            <a:defPPr algn="ctr">
              <a:defRPr sz="2175" b="1">
                <a:solidFill>
                  <a:srgbClr val="FFFFFF"/>
                </a:solidFill>
                <a:latin typeface="Inter"/>
                <a:ea typeface="Inter"/>
                <a:cs typeface="Inter"/>
              </a:defRPr>
            </a:defPPr>
            <a:lvl1pPr algn="ctr">
              <a:defRPr sz="2175" b="1">
                <a:solidFill>
                  <a:srgbClr val="FFFFFF"/>
                </a:solidFill>
                <a:latin typeface="Inter"/>
                <a:ea typeface="Inter"/>
                <a:cs typeface="Inter"/>
              </a:defRPr>
            </a:lvl1pPr>
            <a:lvl2pPr algn="ctr">
              <a:defRPr sz="2175" b="1">
                <a:solidFill>
                  <a:srgbClr val="FFFFFF"/>
                </a:solidFill>
                <a:latin typeface="Inter"/>
                <a:ea typeface="Inter"/>
                <a:cs typeface="Inter"/>
              </a:defRPr>
            </a:lvl2pPr>
            <a:lvl3pPr algn="ctr">
              <a:defRPr sz="2175" b="1">
                <a:solidFill>
                  <a:srgbClr val="FFFFFF"/>
                </a:solidFill>
                <a:latin typeface="Inter"/>
                <a:ea typeface="Inter"/>
                <a:cs typeface="Inter"/>
              </a:defRPr>
            </a:lvl3pPr>
            <a:lvl4pPr algn="ctr">
              <a:defRPr sz="2175" b="1">
                <a:solidFill>
                  <a:srgbClr val="FFFFFF"/>
                </a:solidFill>
                <a:latin typeface="Inter"/>
                <a:ea typeface="Inter"/>
                <a:cs typeface="Inter"/>
              </a:defRPr>
            </a:lvl4pPr>
            <a:lvl5pPr algn="ctr">
              <a:defRPr sz="2175" b="1">
                <a:solidFill>
                  <a:srgbClr val="FFFFFF"/>
                </a:solidFill>
                <a:latin typeface="Inter"/>
                <a:ea typeface="Inter"/>
                <a:cs typeface="Inter"/>
              </a:defRPr>
            </a:lvl5pPr>
            <a:lvl6pPr algn="ctr">
              <a:defRPr sz="2175" b="1">
                <a:solidFill>
                  <a:srgbClr val="FFFFFF"/>
                </a:solidFill>
                <a:latin typeface="Inter"/>
                <a:ea typeface="Inter"/>
                <a:cs typeface="Inter"/>
              </a:defRPr>
            </a:lvl6pPr>
            <a:lvl7pPr algn="ctr">
              <a:defRPr sz="2175" b="1">
                <a:solidFill>
                  <a:srgbClr val="FFFFFF"/>
                </a:solidFill>
                <a:latin typeface="Inter"/>
                <a:ea typeface="Inter"/>
                <a:cs typeface="Inter"/>
              </a:defRPr>
            </a:lvl7pPr>
            <a:lvl8pPr algn="ctr">
              <a:defRPr sz="2175" b="1">
                <a:solidFill>
                  <a:srgbClr val="FFFFFF"/>
                </a:solidFill>
                <a:latin typeface="Inter"/>
                <a:ea typeface="Inter"/>
                <a:cs typeface="Inter"/>
              </a:defRPr>
            </a:lvl8pPr>
            <a:lvl9pPr algn="ctr">
              <a:defRPr sz="2175" b="1">
                <a:solidFill>
                  <a:srgbClr val="FFFFFF"/>
                </a:solidFill>
                <a:latin typeface="Inter"/>
                <a:ea typeface="Inter"/>
                <a:cs typeface="Inter"/>
              </a:defRPr>
            </a:lvl9pPr>
          </a:lstStyle>
          <a:p xmlns:a="http://schemas.openxmlformats.org/drawingml/2006/main">
            <a:pPr algn="ctr">
              <a:defRPr sz="2175" b="1">
                <a:solidFill>
                  <a:srgbClr val="FFFFFF"/>
                </a:solidFill>
                <a:latin typeface="Inter"/>
                <a:ea typeface="Inter"/>
                <a:cs typeface="Inter"/>
              </a:defRPr>
            </a:pPr>
            <a:r>
              <a:rPr sz="2175" b="1">
                <a:solidFill>
                  <a:srgbClr val="FFFFFF"/>
                </a:solidFill>
                <a:latin typeface="Inter"/>
                <a:ea typeface="Inter"/>
                <a:cs typeface="Inter"/>
              </a:rPr>
              <a:t>Tầng 2</a:t>
            </a:r>
          </a:p>
          <a:p xmlns:a="http://schemas.openxmlformats.org/drawingml/2006/main">
            <a:pPr algn="ctr">
              <a:defRPr sz="2175" b="1">
                <a:solidFill>
                  <a:srgbClr val="FFFFFF"/>
                </a:solidFill>
                <a:latin typeface="Inter"/>
                <a:ea typeface="Inter"/>
                <a:cs typeface="Inter"/>
              </a:defRPr>
            </a:pPr>
            <a:r>
              <a:rPr sz="2175" b="1">
                <a:solidFill>
                  <a:srgbClr val="FFFFFF"/>
                </a:solidFill>
                <a:latin typeface="Inter"/>
                <a:ea typeface="Inter"/>
                <a:cs typeface="Inter"/>
              </a:rPr>
              <a:t>Thiết bị</a:t>
            </a:r>
          </a:p>
        </p:txBody>
      </p:sp>
      <p:sp>
        <p:nvSpPr>
          <p:cNvPr id="11" name="control-1-0">
            <a:extLst xmlns:a="http://schemas.openxmlformats.org/drawingml/2006/main">
              <a:ext uri="{FF2B5EF4-FFF2-40B4-BE49-F238E27FC236}">
                <a16:creationId xmlns:a16="http://schemas.microsoft.com/office/drawing/2014/main" id="{C9437EC3-1F7A-4670-AE1E-57F9C550264E}"/>
              </a:ext>
            </a:extLst>
          </p:cNvPr>
          <p:cNvSpPr>
            <a:spLocks xmlns:a="http://schemas.openxmlformats.org/drawingml/2006/main" noGrp="1"/>
          </p:cNvSpPr>
          <p:nvPr/>
        </p:nvSpPr>
        <p:spPr>
          <a:xfrm xmlns:a="http://schemas.openxmlformats.org/drawingml/2006/main">
            <a:off x="4648200" y="4181475"/>
            <a:ext cx="3124200" cy="819150"/>
          </a:xfrm>
          <a:prstGeom xmlns:a="http://schemas.openxmlformats.org/drawingml/2006/main" prst="rect">
            <a:avLst/>
          </a:prstGeom>
          <a:solidFill xmlns:a="http://schemas.openxmlformats.org/drawingml/2006/main">
            <a:srgbClr val="EDF3F8"/>
          </a:solidFill>
          <a:ln xmlns:a="http://schemas.openxmlformats.org/drawingml/2006/main" w="9525">
            <a:solidFill>
              <a:srgbClr val="EDF3F8"/>
            </a:solidFill>
            <a:prstDash val="solid"/>
          </a:ln>
        </p:spPr>
        <p:txBody>
          <a:bodyPr xmlns:a="http://schemas.openxmlformats.org/drawingml/2006/main" wrap="square" lIns="152400" tIns="152400" rIns="152400" bIns="152400" anchor="ctr">
            <a:noAutofit/>
          </a:bodyPr>
          <a:lstStyle xmlns:a="http://schemas.openxmlformats.org/drawingml/2006/main">
            <a:defPPr algn="ctr">
              <a:defRPr sz="1950" b="1">
                <a:solidFill>
                  <a:srgbClr val="172B40"/>
                </a:solidFill>
                <a:latin typeface="Inter"/>
                <a:ea typeface="Inter"/>
                <a:cs typeface="Inter"/>
              </a:defRPr>
            </a:defPPr>
            <a:lvl1pPr algn="ctr">
              <a:defRPr sz="1950" b="1">
                <a:solidFill>
                  <a:srgbClr val="172B40"/>
                </a:solidFill>
                <a:latin typeface="Inter"/>
                <a:ea typeface="Inter"/>
                <a:cs typeface="Inter"/>
              </a:defRPr>
            </a:lvl1pPr>
            <a:lvl2pPr algn="ctr">
              <a:defRPr sz="1950" b="1">
                <a:solidFill>
                  <a:srgbClr val="172B40"/>
                </a:solidFill>
                <a:latin typeface="Inter"/>
                <a:ea typeface="Inter"/>
                <a:cs typeface="Inter"/>
              </a:defRPr>
            </a:lvl2pPr>
            <a:lvl3pPr algn="ctr">
              <a:defRPr sz="1950" b="1">
                <a:solidFill>
                  <a:srgbClr val="172B40"/>
                </a:solidFill>
                <a:latin typeface="Inter"/>
                <a:ea typeface="Inter"/>
                <a:cs typeface="Inter"/>
              </a:defRPr>
            </a:lvl3pPr>
            <a:lvl4pPr algn="ctr">
              <a:defRPr sz="1950" b="1">
                <a:solidFill>
                  <a:srgbClr val="172B40"/>
                </a:solidFill>
                <a:latin typeface="Inter"/>
                <a:ea typeface="Inter"/>
                <a:cs typeface="Inter"/>
              </a:defRPr>
            </a:lvl4pPr>
            <a:lvl5pPr algn="ctr">
              <a:defRPr sz="1950" b="1">
                <a:solidFill>
                  <a:srgbClr val="172B40"/>
                </a:solidFill>
                <a:latin typeface="Inter"/>
                <a:ea typeface="Inter"/>
                <a:cs typeface="Inter"/>
              </a:defRPr>
            </a:lvl5pPr>
            <a:lvl6pPr algn="ctr">
              <a:defRPr sz="1950" b="1">
                <a:solidFill>
                  <a:srgbClr val="172B40"/>
                </a:solidFill>
                <a:latin typeface="Inter"/>
                <a:ea typeface="Inter"/>
                <a:cs typeface="Inter"/>
              </a:defRPr>
            </a:lvl6pPr>
            <a:lvl7pPr algn="ctr">
              <a:defRPr sz="1950" b="1">
                <a:solidFill>
                  <a:srgbClr val="172B40"/>
                </a:solidFill>
                <a:latin typeface="Inter"/>
                <a:ea typeface="Inter"/>
                <a:cs typeface="Inter"/>
              </a:defRPr>
            </a:lvl7pPr>
            <a:lvl8pPr algn="ctr">
              <a:defRPr sz="1950" b="1">
                <a:solidFill>
                  <a:srgbClr val="172B40"/>
                </a:solidFill>
                <a:latin typeface="Inter"/>
                <a:ea typeface="Inter"/>
                <a:cs typeface="Inter"/>
              </a:defRPr>
            </a:lvl8pPr>
            <a:lvl9pPr algn="ctr">
              <a:defRPr sz="1950" b="1">
                <a:solidFill>
                  <a:srgbClr val="172B40"/>
                </a:solidFill>
                <a:latin typeface="Inter"/>
                <a:ea typeface="Inter"/>
                <a:cs typeface="Inter"/>
              </a:defRPr>
            </a:lvl9pPr>
          </a:lstStyle>
          <a:p xmlns:a="http://schemas.openxmlformats.org/drawingml/2006/main">
            <a:pPr algn="ctr">
              <a:defRPr sz="1950" b="1">
                <a:solidFill>
                  <a:srgbClr val="172B40"/>
                </a:solidFill>
                <a:latin typeface="Inter"/>
                <a:ea typeface="Inter"/>
                <a:cs typeface="Inter"/>
              </a:defRPr>
            </a:pPr>
            <a:r>
              <a:rPr sz="1950" b="1">
                <a:solidFill>
                  <a:srgbClr val="172B40"/>
                </a:solidFill>
                <a:latin typeface="Inter"/>
                <a:ea typeface="Inter"/>
                <a:cs typeface="Inter"/>
              </a:rPr>
              <a:t>EDR và cách ly</a:t>
            </a:r>
          </a:p>
        </p:txBody>
      </p:sp>
      <p:sp>
        <p:nvSpPr>
          <p:cNvPr id="13" name="control-1-1">
            <a:extLst xmlns:a="http://schemas.openxmlformats.org/drawingml/2006/main">
              <a:ext uri="{FF2B5EF4-FFF2-40B4-BE49-F238E27FC236}">
                <a16:creationId xmlns:a16="http://schemas.microsoft.com/office/drawing/2014/main" id="{BB7015BB-6CEC-4712-98A1-9F329A365822}"/>
              </a:ext>
            </a:extLst>
          </p:cNvPr>
          <p:cNvSpPr>
            <a:spLocks xmlns:a="http://schemas.openxmlformats.org/drawingml/2006/main" noGrp="1"/>
          </p:cNvSpPr>
          <p:nvPr/>
        </p:nvSpPr>
        <p:spPr>
          <a:xfrm xmlns:a="http://schemas.openxmlformats.org/drawingml/2006/main">
            <a:off x="4648200" y="5181600"/>
            <a:ext cx="3124200" cy="819150"/>
          </a:xfrm>
          <a:prstGeom xmlns:a="http://schemas.openxmlformats.org/drawingml/2006/main" prst="rect">
            <a:avLst/>
          </a:prstGeom>
          <a:solidFill xmlns:a="http://schemas.openxmlformats.org/drawingml/2006/main">
            <a:srgbClr val="EDF3F8"/>
          </a:solidFill>
          <a:ln xmlns:a="http://schemas.openxmlformats.org/drawingml/2006/main" w="9525">
            <a:solidFill>
              <a:srgbClr val="EDF3F8"/>
            </a:solidFill>
            <a:prstDash val="solid"/>
          </a:ln>
        </p:spPr>
        <p:txBody>
          <a:bodyPr xmlns:a="http://schemas.openxmlformats.org/drawingml/2006/main" wrap="square" lIns="152400" tIns="152400" rIns="152400" bIns="152400" anchor="ctr">
            <a:noAutofit/>
          </a:bodyPr>
          <a:lstStyle xmlns:a="http://schemas.openxmlformats.org/drawingml/2006/main">
            <a:defPPr algn="ctr">
              <a:defRPr sz="1950" b="1">
                <a:solidFill>
                  <a:srgbClr val="172B40"/>
                </a:solidFill>
                <a:latin typeface="Inter"/>
                <a:ea typeface="Inter"/>
                <a:cs typeface="Inter"/>
              </a:defRPr>
            </a:defPPr>
            <a:lvl1pPr algn="ctr">
              <a:defRPr sz="1950" b="1">
                <a:solidFill>
                  <a:srgbClr val="172B40"/>
                </a:solidFill>
                <a:latin typeface="Inter"/>
                <a:ea typeface="Inter"/>
                <a:cs typeface="Inter"/>
              </a:defRPr>
            </a:lvl1pPr>
            <a:lvl2pPr algn="ctr">
              <a:defRPr sz="1950" b="1">
                <a:solidFill>
                  <a:srgbClr val="172B40"/>
                </a:solidFill>
                <a:latin typeface="Inter"/>
                <a:ea typeface="Inter"/>
                <a:cs typeface="Inter"/>
              </a:defRPr>
            </a:lvl2pPr>
            <a:lvl3pPr algn="ctr">
              <a:defRPr sz="1950" b="1">
                <a:solidFill>
                  <a:srgbClr val="172B40"/>
                </a:solidFill>
                <a:latin typeface="Inter"/>
                <a:ea typeface="Inter"/>
                <a:cs typeface="Inter"/>
              </a:defRPr>
            </a:lvl3pPr>
            <a:lvl4pPr algn="ctr">
              <a:defRPr sz="1950" b="1">
                <a:solidFill>
                  <a:srgbClr val="172B40"/>
                </a:solidFill>
                <a:latin typeface="Inter"/>
                <a:ea typeface="Inter"/>
                <a:cs typeface="Inter"/>
              </a:defRPr>
            </a:lvl4pPr>
            <a:lvl5pPr algn="ctr">
              <a:defRPr sz="1950" b="1">
                <a:solidFill>
                  <a:srgbClr val="172B40"/>
                </a:solidFill>
                <a:latin typeface="Inter"/>
                <a:ea typeface="Inter"/>
                <a:cs typeface="Inter"/>
              </a:defRPr>
            </a:lvl5pPr>
            <a:lvl6pPr algn="ctr">
              <a:defRPr sz="1950" b="1">
                <a:solidFill>
                  <a:srgbClr val="172B40"/>
                </a:solidFill>
                <a:latin typeface="Inter"/>
                <a:ea typeface="Inter"/>
                <a:cs typeface="Inter"/>
              </a:defRPr>
            </a:lvl6pPr>
            <a:lvl7pPr algn="ctr">
              <a:defRPr sz="1950" b="1">
                <a:solidFill>
                  <a:srgbClr val="172B40"/>
                </a:solidFill>
                <a:latin typeface="Inter"/>
                <a:ea typeface="Inter"/>
                <a:cs typeface="Inter"/>
              </a:defRPr>
            </a:lvl7pPr>
            <a:lvl8pPr algn="ctr">
              <a:defRPr sz="1950" b="1">
                <a:solidFill>
                  <a:srgbClr val="172B40"/>
                </a:solidFill>
                <a:latin typeface="Inter"/>
                <a:ea typeface="Inter"/>
                <a:cs typeface="Inter"/>
              </a:defRPr>
            </a:lvl8pPr>
            <a:lvl9pPr algn="ctr">
              <a:defRPr sz="1950" b="1">
                <a:solidFill>
                  <a:srgbClr val="172B40"/>
                </a:solidFill>
                <a:latin typeface="Inter"/>
                <a:ea typeface="Inter"/>
                <a:cs typeface="Inter"/>
              </a:defRPr>
            </a:lvl9pPr>
          </a:lstStyle>
          <a:p xmlns:a="http://schemas.openxmlformats.org/drawingml/2006/main">
            <a:pPr algn="ctr">
              <a:defRPr sz="1950" b="1">
                <a:solidFill>
                  <a:srgbClr val="172B40"/>
                </a:solidFill>
                <a:latin typeface="Inter"/>
                <a:ea typeface="Inter"/>
                <a:cs typeface="Inter"/>
              </a:defRPr>
            </a:pPr>
            <a:r>
              <a:rPr sz="1950" b="1">
                <a:solidFill>
                  <a:srgbClr val="172B40"/>
                </a:solidFill>
                <a:latin typeface="Inter"/>
                <a:ea typeface="Inter"/>
                <a:cs typeface="Inter"/>
              </a:rPr>
              <a:t>Vá lỗi và</a:t>
            </a:r>
          </a:p>
          <a:p xmlns:a="http://schemas.openxmlformats.org/drawingml/2006/main">
            <a:pPr algn="ctr">
              <a:defRPr sz="1950" b="1">
                <a:solidFill>
                  <a:srgbClr val="172B40"/>
                </a:solidFill>
                <a:latin typeface="Inter"/>
                <a:ea typeface="Inter"/>
                <a:cs typeface="Inter"/>
              </a:defRPr>
            </a:pPr>
            <a:r>
              <a:rPr sz="1950" b="1">
                <a:solidFill>
                  <a:srgbClr val="172B40"/>
                </a:solidFill>
                <a:latin typeface="Inter"/>
                <a:ea typeface="Inter"/>
                <a:cs typeface="Inter"/>
              </a:rPr>
              <a:t>quyền tối thiểu</a:t>
            </a:r>
          </a:p>
        </p:txBody>
      </p:sp>
      <p:sp>
        <p:nvSpPr>
          <p:cNvPr id="15" name="layer-2">
            <a:extLst xmlns:a="http://schemas.openxmlformats.org/drawingml/2006/main">
              <a:ext uri="{FF2B5EF4-FFF2-40B4-BE49-F238E27FC236}">
                <a16:creationId xmlns:a16="http://schemas.microsoft.com/office/drawing/2014/main" id="{91E6D1C4-FD23-49BF-BE60-7D64BE1EB3BC}"/>
              </a:ext>
            </a:extLst>
          </p:cNvPr>
          <p:cNvSpPr>
            <a:spLocks xmlns:a="http://schemas.openxmlformats.org/drawingml/2006/main" noGrp="1"/>
          </p:cNvSpPr>
          <p:nvPr/>
        </p:nvSpPr>
        <p:spPr>
          <a:xfrm xmlns:a="http://schemas.openxmlformats.org/drawingml/2006/main">
            <a:off x="8229600" y="2819400"/>
            <a:ext cx="3352800" cy="876300"/>
          </a:xfrm>
          <a:prstGeom xmlns:a="http://schemas.openxmlformats.org/drawingml/2006/main" prst="rect">
            <a:avLst/>
          </a:prstGeom>
          <a:solidFill xmlns:a="http://schemas.openxmlformats.org/drawingml/2006/main">
            <a:srgbClr val="6B5187"/>
          </a:solidFill>
          <a:ln xmlns:a="http://schemas.openxmlformats.org/drawingml/2006/main" w="9525">
            <a:solidFill>
              <a:srgbClr val="6B5187"/>
            </a:solidFill>
            <a:prstDash val="solid"/>
          </a:ln>
        </p:spPr>
        <p:txBody>
          <a:bodyPr xmlns:a="http://schemas.openxmlformats.org/drawingml/2006/main" wrap="square" lIns="152400" tIns="152400" rIns="152400" bIns="152400" anchor="ctr">
            <a:noAutofit/>
          </a:bodyPr>
          <a:lstStyle xmlns:a="http://schemas.openxmlformats.org/drawingml/2006/main">
            <a:defPPr algn="ctr">
              <a:defRPr sz="2175" b="1">
                <a:solidFill>
                  <a:srgbClr val="FFFFFF"/>
                </a:solidFill>
                <a:latin typeface="Inter"/>
                <a:ea typeface="Inter"/>
                <a:cs typeface="Inter"/>
              </a:defRPr>
            </a:defPPr>
            <a:lvl1pPr algn="ctr">
              <a:defRPr sz="2175" b="1">
                <a:solidFill>
                  <a:srgbClr val="FFFFFF"/>
                </a:solidFill>
                <a:latin typeface="Inter"/>
                <a:ea typeface="Inter"/>
                <a:cs typeface="Inter"/>
              </a:defRPr>
            </a:lvl1pPr>
            <a:lvl2pPr algn="ctr">
              <a:defRPr sz="2175" b="1">
                <a:solidFill>
                  <a:srgbClr val="FFFFFF"/>
                </a:solidFill>
                <a:latin typeface="Inter"/>
                <a:ea typeface="Inter"/>
                <a:cs typeface="Inter"/>
              </a:defRPr>
            </a:lvl2pPr>
            <a:lvl3pPr algn="ctr">
              <a:defRPr sz="2175" b="1">
                <a:solidFill>
                  <a:srgbClr val="FFFFFF"/>
                </a:solidFill>
                <a:latin typeface="Inter"/>
                <a:ea typeface="Inter"/>
                <a:cs typeface="Inter"/>
              </a:defRPr>
            </a:lvl3pPr>
            <a:lvl4pPr algn="ctr">
              <a:defRPr sz="2175" b="1">
                <a:solidFill>
                  <a:srgbClr val="FFFFFF"/>
                </a:solidFill>
                <a:latin typeface="Inter"/>
                <a:ea typeface="Inter"/>
                <a:cs typeface="Inter"/>
              </a:defRPr>
            </a:lvl4pPr>
            <a:lvl5pPr algn="ctr">
              <a:defRPr sz="2175" b="1">
                <a:solidFill>
                  <a:srgbClr val="FFFFFF"/>
                </a:solidFill>
                <a:latin typeface="Inter"/>
                <a:ea typeface="Inter"/>
                <a:cs typeface="Inter"/>
              </a:defRPr>
            </a:lvl5pPr>
            <a:lvl6pPr algn="ctr">
              <a:defRPr sz="2175" b="1">
                <a:solidFill>
                  <a:srgbClr val="FFFFFF"/>
                </a:solidFill>
                <a:latin typeface="Inter"/>
                <a:ea typeface="Inter"/>
                <a:cs typeface="Inter"/>
              </a:defRPr>
            </a:lvl6pPr>
            <a:lvl7pPr algn="ctr">
              <a:defRPr sz="2175" b="1">
                <a:solidFill>
                  <a:srgbClr val="FFFFFF"/>
                </a:solidFill>
                <a:latin typeface="Inter"/>
                <a:ea typeface="Inter"/>
                <a:cs typeface="Inter"/>
              </a:defRPr>
            </a:lvl7pPr>
            <a:lvl8pPr algn="ctr">
              <a:defRPr sz="2175" b="1">
                <a:solidFill>
                  <a:srgbClr val="FFFFFF"/>
                </a:solidFill>
                <a:latin typeface="Inter"/>
                <a:ea typeface="Inter"/>
                <a:cs typeface="Inter"/>
              </a:defRPr>
            </a:lvl8pPr>
            <a:lvl9pPr algn="ctr">
              <a:defRPr sz="2175" b="1">
                <a:solidFill>
                  <a:srgbClr val="FFFFFF"/>
                </a:solidFill>
                <a:latin typeface="Inter"/>
                <a:ea typeface="Inter"/>
                <a:cs typeface="Inter"/>
              </a:defRPr>
            </a:lvl9pPr>
          </a:lstStyle>
          <a:p xmlns:a="http://schemas.openxmlformats.org/drawingml/2006/main">
            <a:pPr algn="ctr">
              <a:defRPr sz="2175" b="1">
                <a:solidFill>
                  <a:srgbClr val="FFFFFF"/>
                </a:solidFill>
                <a:latin typeface="Inter"/>
                <a:ea typeface="Inter"/>
                <a:cs typeface="Inter"/>
              </a:defRPr>
            </a:pPr>
            <a:r>
              <a:rPr sz="2175" b="1">
                <a:solidFill>
                  <a:srgbClr val="FFFFFF"/>
                </a:solidFill>
                <a:latin typeface="Inter"/>
                <a:ea typeface="Inter"/>
                <a:cs typeface="Inter"/>
              </a:rPr>
              <a:t>Tầng 3</a:t>
            </a:r>
          </a:p>
          <a:p xmlns:a="http://schemas.openxmlformats.org/drawingml/2006/main">
            <a:pPr algn="ctr">
              <a:defRPr sz="2175" b="1">
                <a:solidFill>
                  <a:srgbClr val="FFFFFF"/>
                </a:solidFill>
                <a:latin typeface="Inter"/>
                <a:ea typeface="Inter"/>
                <a:cs typeface="Inter"/>
              </a:defRPr>
            </a:pPr>
            <a:r>
              <a:rPr sz="2175" b="1">
                <a:solidFill>
                  <a:srgbClr val="FFFFFF"/>
                </a:solidFill>
                <a:latin typeface="Inter"/>
                <a:ea typeface="Inter"/>
                <a:cs typeface="Inter"/>
              </a:rPr>
              <a:t>Dữ liệu</a:t>
            </a:r>
          </a:p>
        </p:txBody>
      </p:sp>
      <p:sp>
        <p:nvSpPr>
          <p:cNvPr id="17" name="control-2-0">
            <a:extLst xmlns:a="http://schemas.openxmlformats.org/drawingml/2006/main">
              <a:ext uri="{FF2B5EF4-FFF2-40B4-BE49-F238E27FC236}">
                <a16:creationId xmlns:a16="http://schemas.microsoft.com/office/drawing/2014/main" id="{905A27A7-98FE-4DA9-9160-EE55D5FA892A}"/>
              </a:ext>
            </a:extLst>
          </p:cNvPr>
          <p:cNvSpPr>
            <a:spLocks xmlns:a="http://schemas.openxmlformats.org/drawingml/2006/main" noGrp="1"/>
          </p:cNvSpPr>
          <p:nvPr/>
        </p:nvSpPr>
        <p:spPr>
          <a:xfrm xmlns:a="http://schemas.openxmlformats.org/drawingml/2006/main">
            <a:off x="8458200" y="4181475"/>
            <a:ext cx="3124200" cy="819150"/>
          </a:xfrm>
          <a:prstGeom xmlns:a="http://schemas.openxmlformats.org/drawingml/2006/main" prst="rect">
            <a:avLst/>
          </a:prstGeom>
          <a:solidFill xmlns:a="http://schemas.openxmlformats.org/drawingml/2006/main">
            <a:srgbClr val="EDF3F8"/>
          </a:solidFill>
          <a:ln xmlns:a="http://schemas.openxmlformats.org/drawingml/2006/main" w="9525">
            <a:solidFill>
              <a:srgbClr val="EDF3F8"/>
            </a:solidFill>
            <a:prstDash val="solid"/>
          </a:ln>
        </p:spPr>
        <p:txBody>
          <a:bodyPr xmlns:a="http://schemas.openxmlformats.org/drawingml/2006/main" wrap="square" lIns="152400" tIns="152400" rIns="152400" bIns="152400" anchor="ctr">
            <a:noAutofit/>
          </a:bodyPr>
          <a:lstStyle xmlns:a="http://schemas.openxmlformats.org/drawingml/2006/main">
            <a:defPPr algn="ctr">
              <a:defRPr sz="1950" b="1">
                <a:solidFill>
                  <a:srgbClr val="172B40"/>
                </a:solidFill>
                <a:latin typeface="Inter"/>
                <a:ea typeface="Inter"/>
                <a:cs typeface="Inter"/>
              </a:defRPr>
            </a:defPPr>
            <a:lvl1pPr algn="ctr">
              <a:defRPr sz="1950" b="1">
                <a:solidFill>
                  <a:srgbClr val="172B40"/>
                </a:solidFill>
                <a:latin typeface="Inter"/>
                <a:ea typeface="Inter"/>
                <a:cs typeface="Inter"/>
              </a:defRPr>
            </a:lvl1pPr>
            <a:lvl2pPr algn="ctr">
              <a:defRPr sz="1950" b="1">
                <a:solidFill>
                  <a:srgbClr val="172B40"/>
                </a:solidFill>
                <a:latin typeface="Inter"/>
                <a:ea typeface="Inter"/>
                <a:cs typeface="Inter"/>
              </a:defRPr>
            </a:lvl2pPr>
            <a:lvl3pPr algn="ctr">
              <a:defRPr sz="1950" b="1">
                <a:solidFill>
                  <a:srgbClr val="172B40"/>
                </a:solidFill>
                <a:latin typeface="Inter"/>
                <a:ea typeface="Inter"/>
                <a:cs typeface="Inter"/>
              </a:defRPr>
            </a:lvl3pPr>
            <a:lvl4pPr algn="ctr">
              <a:defRPr sz="1950" b="1">
                <a:solidFill>
                  <a:srgbClr val="172B40"/>
                </a:solidFill>
                <a:latin typeface="Inter"/>
                <a:ea typeface="Inter"/>
                <a:cs typeface="Inter"/>
              </a:defRPr>
            </a:lvl4pPr>
            <a:lvl5pPr algn="ctr">
              <a:defRPr sz="1950" b="1">
                <a:solidFill>
                  <a:srgbClr val="172B40"/>
                </a:solidFill>
                <a:latin typeface="Inter"/>
                <a:ea typeface="Inter"/>
                <a:cs typeface="Inter"/>
              </a:defRPr>
            </a:lvl5pPr>
            <a:lvl6pPr algn="ctr">
              <a:defRPr sz="1950" b="1">
                <a:solidFill>
                  <a:srgbClr val="172B40"/>
                </a:solidFill>
                <a:latin typeface="Inter"/>
                <a:ea typeface="Inter"/>
                <a:cs typeface="Inter"/>
              </a:defRPr>
            </a:lvl6pPr>
            <a:lvl7pPr algn="ctr">
              <a:defRPr sz="1950" b="1">
                <a:solidFill>
                  <a:srgbClr val="172B40"/>
                </a:solidFill>
                <a:latin typeface="Inter"/>
                <a:ea typeface="Inter"/>
                <a:cs typeface="Inter"/>
              </a:defRPr>
            </a:lvl7pPr>
            <a:lvl8pPr algn="ctr">
              <a:defRPr sz="1950" b="1">
                <a:solidFill>
                  <a:srgbClr val="172B40"/>
                </a:solidFill>
                <a:latin typeface="Inter"/>
                <a:ea typeface="Inter"/>
                <a:cs typeface="Inter"/>
              </a:defRPr>
            </a:lvl8pPr>
            <a:lvl9pPr algn="ctr">
              <a:defRPr sz="1950" b="1">
                <a:solidFill>
                  <a:srgbClr val="172B40"/>
                </a:solidFill>
                <a:latin typeface="Inter"/>
                <a:ea typeface="Inter"/>
                <a:cs typeface="Inter"/>
              </a:defRPr>
            </a:lvl9pPr>
          </a:lstStyle>
          <a:p xmlns:a="http://schemas.openxmlformats.org/drawingml/2006/main">
            <a:pPr algn="ctr">
              <a:defRPr sz="1950" b="1">
                <a:solidFill>
                  <a:srgbClr val="172B40"/>
                </a:solidFill>
                <a:latin typeface="Inter"/>
                <a:ea typeface="Inter"/>
                <a:cs typeface="Inter"/>
              </a:defRPr>
            </a:pPr>
            <a:r>
              <a:rPr sz="1950" b="1">
                <a:solidFill>
                  <a:srgbClr val="172B40"/>
                </a:solidFill>
                <a:latin typeface="Inter"/>
                <a:ea typeface="Inter"/>
                <a:cs typeface="Inter"/>
              </a:rPr>
              <a:t>MFA và phân quyền</a:t>
            </a:r>
          </a:p>
        </p:txBody>
      </p:sp>
      <p:sp>
        <p:nvSpPr>
          <p:cNvPr id="19" name="control-2-1">
            <a:extLst xmlns:a="http://schemas.openxmlformats.org/drawingml/2006/main">
              <a:ext uri="{FF2B5EF4-FFF2-40B4-BE49-F238E27FC236}">
                <a16:creationId xmlns:a16="http://schemas.microsoft.com/office/drawing/2014/main" id="{95BB8DFB-08E3-441F-B5F4-05C08F8257D3}"/>
              </a:ext>
            </a:extLst>
          </p:cNvPr>
          <p:cNvSpPr>
            <a:spLocks xmlns:a="http://schemas.openxmlformats.org/drawingml/2006/main" noGrp="1"/>
          </p:cNvSpPr>
          <p:nvPr/>
        </p:nvSpPr>
        <p:spPr>
          <a:xfrm xmlns:a="http://schemas.openxmlformats.org/drawingml/2006/main">
            <a:off x="8458200" y="5181600"/>
            <a:ext cx="3124200" cy="819150"/>
          </a:xfrm>
          <a:prstGeom xmlns:a="http://schemas.openxmlformats.org/drawingml/2006/main" prst="rect">
            <a:avLst/>
          </a:prstGeom>
          <a:solidFill xmlns:a="http://schemas.openxmlformats.org/drawingml/2006/main">
            <a:srgbClr val="EDF3F8"/>
          </a:solidFill>
          <a:ln xmlns:a="http://schemas.openxmlformats.org/drawingml/2006/main" w="9525">
            <a:solidFill>
              <a:srgbClr val="EDF3F8"/>
            </a:solidFill>
            <a:prstDash val="solid"/>
          </a:ln>
        </p:spPr>
        <p:txBody>
          <a:bodyPr xmlns:a="http://schemas.openxmlformats.org/drawingml/2006/main" wrap="square" lIns="152400" tIns="152400" rIns="152400" bIns="152400" anchor="ctr">
            <a:noAutofit/>
          </a:bodyPr>
          <a:lstStyle xmlns:a="http://schemas.openxmlformats.org/drawingml/2006/main">
            <a:defPPr algn="ctr">
              <a:defRPr sz="1950" b="1">
                <a:solidFill>
                  <a:srgbClr val="172B40"/>
                </a:solidFill>
                <a:latin typeface="Inter"/>
                <a:ea typeface="Inter"/>
                <a:cs typeface="Inter"/>
              </a:defRPr>
            </a:defPPr>
            <a:lvl1pPr algn="ctr">
              <a:defRPr sz="1950" b="1">
                <a:solidFill>
                  <a:srgbClr val="172B40"/>
                </a:solidFill>
                <a:latin typeface="Inter"/>
                <a:ea typeface="Inter"/>
                <a:cs typeface="Inter"/>
              </a:defRPr>
            </a:lvl1pPr>
            <a:lvl2pPr algn="ctr">
              <a:defRPr sz="1950" b="1">
                <a:solidFill>
                  <a:srgbClr val="172B40"/>
                </a:solidFill>
                <a:latin typeface="Inter"/>
                <a:ea typeface="Inter"/>
                <a:cs typeface="Inter"/>
              </a:defRPr>
            </a:lvl2pPr>
            <a:lvl3pPr algn="ctr">
              <a:defRPr sz="1950" b="1">
                <a:solidFill>
                  <a:srgbClr val="172B40"/>
                </a:solidFill>
                <a:latin typeface="Inter"/>
                <a:ea typeface="Inter"/>
                <a:cs typeface="Inter"/>
              </a:defRPr>
            </a:lvl3pPr>
            <a:lvl4pPr algn="ctr">
              <a:defRPr sz="1950" b="1">
                <a:solidFill>
                  <a:srgbClr val="172B40"/>
                </a:solidFill>
                <a:latin typeface="Inter"/>
                <a:ea typeface="Inter"/>
                <a:cs typeface="Inter"/>
              </a:defRPr>
            </a:lvl4pPr>
            <a:lvl5pPr algn="ctr">
              <a:defRPr sz="1950" b="1">
                <a:solidFill>
                  <a:srgbClr val="172B40"/>
                </a:solidFill>
                <a:latin typeface="Inter"/>
                <a:ea typeface="Inter"/>
                <a:cs typeface="Inter"/>
              </a:defRPr>
            </a:lvl5pPr>
            <a:lvl6pPr algn="ctr">
              <a:defRPr sz="1950" b="1">
                <a:solidFill>
                  <a:srgbClr val="172B40"/>
                </a:solidFill>
                <a:latin typeface="Inter"/>
                <a:ea typeface="Inter"/>
                <a:cs typeface="Inter"/>
              </a:defRPr>
            </a:lvl6pPr>
            <a:lvl7pPr algn="ctr">
              <a:defRPr sz="1950" b="1">
                <a:solidFill>
                  <a:srgbClr val="172B40"/>
                </a:solidFill>
                <a:latin typeface="Inter"/>
                <a:ea typeface="Inter"/>
                <a:cs typeface="Inter"/>
              </a:defRPr>
            </a:lvl7pPr>
            <a:lvl8pPr algn="ctr">
              <a:defRPr sz="1950" b="1">
                <a:solidFill>
                  <a:srgbClr val="172B40"/>
                </a:solidFill>
                <a:latin typeface="Inter"/>
                <a:ea typeface="Inter"/>
                <a:cs typeface="Inter"/>
              </a:defRPr>
            </a:lvl8pPr>
            <a:lvl9pPr algn="ctr">
              <a:defRPr sz="1950" b="1">
                <a:solidFill>
                  <a:srgbClr val="172B40"/>
                </a:solidFill>
                <a:latin typeface="Inter"/>
                <a:ea typeface="Inter"/>
                <a:cs typeface="Inter"/>
              </a:defRPr>
            </a:lvl9pPr>
          </a:lstStyle>
          <a:p xmlns:a="http://schemas.openxmlformats.org/drawingml/2006/main">
            <a:pPr algn="ctr">
              <a:defRPr sz="1950" b="1">
                <a:solidFill>
                  <a:srgbClr val="172B40"/>
                </a:solidFill>
                <a:latin typeface="Inter"/>
                <a:ea typeface="Inter"/>
                <a:cs typeface="Inter"/>
              </a:defRPr>
            </a:pPr>
            <a:r>
              <a:rPr sz="1950" b="1">
                <a:solidFill>
                  <a:srgbClr val="172B40"/>
                </a:solidFill>
                <a:latin typeface="Inter"/>
                <a:ea typeface="Inter"/>
                <a:cs typeface="Inter"/>
              </a:rPr>
              <a:t>Sao lưu tách biệt</a:t>
            </a:r>
          </a:p>
          <a:p xmlns:a="http://schemas.openxmlformats.org/drawingml/2006/main">
            <a:pPr algn="ctr">
              <a:defRPr sz="1950" b="1">
                <a:solidFill>
                  <a:srgbClr val="172B40"/>
                </a:solidFill>
                <a:latin typeface="Inter"/>
                <a:ea typeface="Inter"/>
                <a:cs typeface="Inter"/>
              </a:defRPr>
            </a:pPr>
            <a:r>
              <a:rPr sz="1950" b="1">
                <a:solidFill>
                  <a:srgbClr val="172B40"/>
                </a:solidFill>
                <a:latin typeface="Inter"/>
                <a:ea typeface="Inter"/>
                <a:cs typeface="Inter"/>
              </a:rPr>
              <a:t>Kiểm thử khôi phục</a:t>
            </a:r>
          </a:p>
        </p:txBody>
      </p:sp>
    </p:spTree>
    <p:extLst>
      <p:ext uri="{BB962C8B-B14F-4D97-AF65-F5344CB8AC3E}">
        <p14:creationId xmlns:p14="http://schemas.microsoft.com/office/powerpoint/2010/main" val="213865855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heading">
            <a:extLst xmlns:a="http://schemas.openxmlformats.org/drawingml/2006/main">
              <a:ext uri="{FF2B5EF4-FFF2-40B4-BE49-F238E27FC236}">
                <a16:creationId xmlns:a16="http://schemas.microsoft.com/office/drawing/2014/main" id="{D4AF206E-8E14-45E7-AB52-38EDC0F9D619}"/>
              </a:ext>
            </a:extLst>
          </p:cNvPr>
          <p:cNvSpPr>
            <a:spLocks xmlns:a="http://schemas.openxmlformats.org/drawingml/2006/main" noGrp="1"/>
          </p:cNvSpPr>
          <p:nvPr/>
        </p:nvSpPr>
        <p:spPr>
          <a:xfrm xmlns:a="http://schemas.openxmlformats.org/drawingml/2006/main">
            <a:off x="609600" y="381000"/>
            <a:ext cx="109728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300" b="1">
                <a:solidFill>
                  <a:srgbClr val="172B40"/>
                </a:solidFill>
                <a:latin typeface="Inter"/>
                <a:ea typeface="Inter"/>
                <a:cs typeface="Inter"/>
              </a:defRPr>
            </a:defPPr>
            <a:lvl1pPr algn="l">
              <a:defRPr sz="3300" b="1">
                <a:solidFill>
                  <a:srgbClr val="172B40"/>
                </a:solidFill>
                <a:latin typeface="Inter"/>
                <a:ea typeface="Inter"/>
                <a:cs typeface="Inter"/>
              </a:defRPr>
            </a:lvl1pPr>
            <a:lvl2pPr algn="l">
              <a:defRPr sz="3300" b="1">
                <a:solidFill>
                  <a:srgbClr val="172B40"/>
                </a:solidFill>
                <a:latin typeface="Inter"/>
                <a:ea typeface="Inter"/>
                <a:cs typeface="Inter"/>
              </a:defRPr>
            </a:lvl2pPr>
            <a:lvl3pPr algn="l">
              <a:defRPr sz="3300" b="1">
                <a:solidFill>
                  <a:srgbClr val="172B40"/>
                </a:solidFill>
                <a:latin typeface="Inter"/>
                <a:ea typeface="Inter"/>
                <a:cs typeface="Inter"/>
              </a:defRPr>
            </a:lvl3pPr>
            <a:lvl4pPr algn="l">
              <a:defRPr sz="3300" b="1">
                <a:solidFill>
                  <a:srgbClr val="172B40"/>
                </a:solidFill>
                <a:latin typeface="Inter"/>
                <a:ea typeface="Inter"/>
                <a:cs typeface="Inter"/>
              </a:defRPr>
            </a:lvl4pPr>
            <a:lvl5pPr algn="l">
              <a:defRPr sz="3300" b="1">
                <a:solidFill>
                  <a:srgbClr val="172B40"/>
                </a:solidFill>
                <a:latin typeface="Inter"/>
                <a:ea typeface="Inter"/>
                <a:cs typeface="Inter"/>
              </a:defRPr>
            </a:lvl5pPr>
            <a:lvl6pPr algn="l">
              <a:defRPr sz="3300" b="1">
                <a:solidFill>
                  <a:srgbClr val="172B40"/>
                </a:solidFill>
                <a:latin typeface="Inter"/>
                <a:ea typeface="Inter"/>
                <a:cs typeface="Inter"/>
              </a:defRPr>
            </a:lvl6pPr>
            <a:lvl7pPr algn="l">
              <a:defRPr sz="3300" b="1">
                <a:solidFill>
                  <a:srgbClr val="172B40"/>
                </a:solidFill>
                <a:latin typeface="Inter"/>
                <a:ea typeface="Inter"/>
                <a:cs typeface="Inter"/>
              </a:defRPr>
            </a:lvl7pPr>
            <a:lvl8pPr algn="l">
              <a:defRPr sz="3300" b="1">
                <a:solidFill>
                  <a:srgbClr val="172B40"/>
                </a:solidFill>
                <a:latin typeface="Inter"/>
                <a:ea typeface="Inter"/>
                <a:cs typeface="Inter"/>
              </a:defRPr>
            </a:lvl8pPr>
            <a:lvl9pPr algn="l">
              <a:defRPr sz="3300" b="1">
                <a:solidFill>
                  <a:srgbClr val="172B40"/>
                </a:solidFill>
                <a:latin typeface="Inter"/>
                <a:ea typeface="Inter"/>
                <a:cs typeface="Inter"/>
              </a:defRPr>
            </a:lvl9pPr>
          </a:lstStyle>
          <a:p xmlns:a="http://schemas.openxmlformats.org/drawingml/2006/main">
            <a:pPr algn="l">
              <a:defRPr sz="3300" b="1">
                <a:solidFill>
                  <a:srgbClr val="172B40"/>
                </a:solidFill>
                <a:latin typeface="Inter"/>
                <a:ea typeface="Inter"/>
                <a:cs typeface="Inter"/>
              </a:defRPr>
            </a:pPr>
            <a:r>
              <a:rPr sz="3300" b="1">
                <a:solidFill>
                  <a:srgbClr val="172B40"/>
                </a:solidFill>
                <a:latin typeface="Inter"/>
                <a:ea typeface="Inter"/>
                <a:cs typeface="Inter"/>
              </a:rPr>
              <a:t>Ưu tiên xử lý và điều kiện khôi phục</a:t>
            </a:r>
          </a:p>
        </p:txBody>
      </p:sp>
      <p:sp>
        <p:nvSpPr>
          <p:cNvPr id="2" name="step-0">
            <a:extLst xmlns:a="http://schemas.openxmlformats.org/drawingml/2006/main">
              <a:ext uri="{FF2B5EF4-FFF2-40B4-BE49-F238E27FC236}">
                <a16:creationId xmlns:a16="http://schemas.microsoft.com/office/drawing/2014/main" id="{C388C9A0-5A4D-4D57-8DC7-1E568E7F0789}"/>
              </a:ext>
            </a:extLst>
          </p:cNvPr>
          <p:cNvSpPr>
            <a:spLocks xmlns:a="http://schemas.openxmlformats.org/drawingml/2006/main" noGrp="1"/>
          </p:cNvSpPr>
          <p:nvPr/>
        </p:nvSpPr>
        <p:spPr>
          <a:xfrm xmlns:a="http://schemas.openxmlformats.org/drawingml/2006/main">
            <a:off x="685800" y="1666875"/>
            <a:ext cx="762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000" b="1">
                <a:solidFill>
                  <a:srgbClr val="235A8C"/>
                </a:solidFill>
                <a:latin typeface="Inter"/>
                <a:ea typeface="Inter"/>
                <a:cs typeface="Inter"/>
              </a:defRPr>
            </a:defPPr>
            <a:lvl1pPr algn="l">
              <a:defRPr sz="3000" b="1">
                <a:solidFill>
                  <a:srgbClr val="235A8C"/>
                </a:solidFill>
                <a:latin typeface="Inter"/>
                <a:ea typeface="Inter"/>
                <a:cs typeface="Inter"/>
              </a:defRPr>
            </a:lvl1pPr>
            <a:lvl2pPr algn="l">
              <a:defRPr sz="3000" b="1">
                <a:solidFill>
                  <a:srgbClr val="235A8C"/>
                </a:solidFill>
                <a:latin typeface="Inter"/>
                <a:ea typeface="Inter"/>
                <a:cs typeface="Inter"/>
              </a:defRPr>
            </a:lvl2pPr>
            <a:lvl3pPr algn="l">
              <a:defRPr sz="3000" b="1">
                <a:solidFill>
                  <a:srgbClr val="235A8C"/>
                </a:solidFill>
                <a:latin typeface="Inter"/>
                <a:ea typeface="Inter"/>
                <a:cs typeface="Inter"/>
              </a:defRPr>
            </a:lvl3pPr>
            <a:lvl4pPr algn="l">
              <a:defRPr sz="3000" b="1">
                <a:solidFill>
                  <a:srgbClr val="235A8C"/>
                </a:solidFill>
                <a:latin typeface="Inter"/>
                <a:ea typeface="Inter"/>
                <a:cs typeface="Inter"/>
              </a:defRPr>
            </a:lvl4pPr>
            <a:lvl5pPr algn="l">
              <a:defRPr sz="3000" b="1">
                <a:solidFill>
                  <a:srgbClr val="235A8C"/>
                </a:solidFill>
                <a:latin typeface="Inter"/>
                <a:ea typeface="Inter"/>
                <a:cs typeface="Inter"/>
              </a:defRPr>
            </a:lvl5pPr>
            <a:lvl6pPr algn="l">
              <a:defRPr sz="3000" b="1">
                <a:solidFill>
                  <a:srgbClr val="235A8C"/>
                </a:solidFill>
                <a:latin typeface="Inter"/>
                <a:ea typeface="Inter"/>
                <a:cs typeface="Inter"/>
              </a:defRPr>
            </a:lvl6pPr>
            <a:lvl7pPr algn="l">
              <a:defRPr sz="3000" b="1">
                <a:solidFill>
                  <a:srgbClr val="235A8C"/>
                </a:solidFill>
                <a:latin typeface="Inter"/>
                <a:ea typeface="Inter"/>
                <a:cs typeface="Inter"/>
              </a:defRPr>
            </a:lvl7pPr>
            <a:lvl8pPr algn="l">
              <a:defRPr sz="3000" b="1">
                <a:solidFill>
                  <a:srgbClr val="235A8C"/>
                </a:solidFill>
                <a:latin typeface="Inter"/>
                <a:ea typeface="Inter"/>
                <a:cs typeface="Inter"/>
              </a:defRPr>
            </a:lvl8pPr>
            <a:lvl9pPr algn="l">
              <a:defRPr sz="3000" b="1">
                <a:solidFill>
                  <a:srgbClr val="235A8C"/>
                </a:solidFill>
                <a:latin typeface="Inter"/>
                <a:ea typeface="Inter"/>
                <a:cs typeface="Inter"/>
              </a:defRPr>
            </a:lvl9pPr>
          </a:lstStyle>
          <a:p xmlns:a="http://schemas.openxmlformats.org/drawingml/2006/main">
            <a:pPr algn="l">
              <a:defRPr sz="3000" b="1">
                <a:solidFill>
                  <a:srgbClr val="235A8C"/>
                </a:solidFill>
                <a:latin typeface="Inter"/>
                <a:ea typeface="Inter"/>
                <a:cs typeface="Inter"/>
              </a:defRPr>
            </a:pPr>
            <a:r>
              <a:rPr sz="3000" b="1">
                <a:solidFill>
                  <a:srgbClr val="235A8C"/>
                </a:solidFill>
                <a:latin typeface="Inter"/>
                <a:ea typeface="Inter"/>
                <a:cs typeface="Inter"/>
              </a:rPr>
              <a:t>01</a:t>
            </a:r>
          </a:p>
        </p:txBody>
      </p:sp>
      <p:sp>
        <p:nvSpPr>
          <p:cNvPr id="3" name="action-0">
            <a:extLst xmlns:a="http://schemas.openxmlformats.org/drawingml/2006/main">
              <a:ext uri="{FF2B5EF4-FFF2-40B4-BE49-F238E27FC236}">
                <a16:creationId xmlns:a16="http://schemas.microsoft.com/office/drawing/2014/main" id="{00EDCF36-86E6-4501-BCA3-52EBB355A35F}"/>
              </a:ext>
            </a:extLst>
          </p:cNvPr>
          <p:cNvSpPr>
            <a:spLocks xmlns:a="http://schemas.openxmlformats.org/drawingml/2006/main" noGrp="1"/>
          </p:cNvSpPr>
          <p:nvPr/>
        </p:nvSpPr>
        <p:spPr>
          <a:xfrm xmlns:a="http://schemas.openxmlformats.org/drawingml/2006/main">
            <a:off x="1714500" y="1666875"/>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172B40"/>
                </a:solidFill>
                <a:latin typeface="Inter"/>
                <a:ea typeface="Inter"/>
                <a:cs typeface="Inter"/>
              </a:defRPr>
            </a:defPPr>
            <a:lvl1pPr algn="l">
              <a:defRPr sz="2550" b="1">
                <a:solidFill>
                  <a:srgbClr val="172B40"/>
                </a:solidFill>
                <a:latin typeface="Inter"/>
                <a:ea typeface="Inter"/>
                <a:cs typeface="Inter"/>
              </a:defRPr>
            </a:lvl1pPr>
            <a:lvl2pPr algn="l">
              <a:defRPr sz="2550" b="1">
                <a:solidFill>
                  <a:srgbClr val="172B40"/>
                </a:solidFill>
                <a:latin typeface="Inter"/>
                <a:ea typeface="Inter"/>
                <a:cs typeface="Inter"/>
              </a:defRPr>
            </a:lvl2pPr>
            <a:lvl3pPr algn="l">
              <a:defRPr sz="2550" b="1">
                <a:solidFill>
                  <a:srgbClr val="172B40"/>
                </a:solidFill>
                <a:latin typeface="Inter"/>
                <a:ea typeface="Inter"/>
                <a:cs typeface="Inter"/>
              </a:defRPr>
            </a:lvl3pPr>
            <a:lvl4pPr algn="l">
              <a:defRPr sz="2550" b="1">
                <a:solidFill>
                  <a:srgbClr val="172B40"/>
                </a:solidFill>
                <a:latin typeface="Inter"/>
                <a:ea typeface="Inter"/>
                <a:cs typeface="Inter"/>
              </a:defRPr>
            </a:lvl4pPr>
            <a:lvl5pPr algn="l">
              <a:defRPr sz="2550" b="1">
                <a:solidFill>
                  <a:srgbClr val="172B40"/>
                </a:solidFill>
                <a:latin typeface="Inter"/>
                <a:ea typeface="Inter"/>
                <a:cs typeface="Inter"/>
              </a:defRPr>
            </a:lvl5pPr>
            <a:lvl6pPr algn="l">
              <a:defRPr sz="2550" b="1">
                <a:solidFill>
                  <a:srgbClr val="172B40"/>
                </a:solidFill>
                <a:latin typeface="Inter"/>
                <a:ea typeface="Inter"/>
                <a:cs typeface="Inter"/>
              </a:defRPr>
            </a:lvl6pPr>
            <a:lvl7pPr algn="l">
              <a:defRPr sz="2550" b="1">
                <a:solidFill>
                  <a:srgbClr val="172B40"/>
                </a:solidFill>
                <a:latin typeface="Inter"/>
                <a:ea typeface="Inter"/>
                <a:cs typeface="Inter"/>
              </a:defRPr>
            </a:lvl7pPr>
            <a:lvl8pPr algn="l">
              <a:defRPr sz="2550" b="1">
                <a:solidFill>
                  <a:srgbClr val="172B40"/>
                </a:solidFill>
                <a:latin typeface="Inter"/>
                <a:ea typeface="Inter"/>
                <a:cs typeface="Inter"/>
              </a:defRPr>
            </a:lvl8pPr>
            <a:lvl9pPr algn="l">
              <a:defRPr sz="2550" b="1">
                <a:solidFill>
                  <a:srgbClr val="172B40"/>
                </a:solidFill>
                <a:latin typeface="Inter"/>
                <a:ea typeface="Inter"/>
                <a:cs typeface="Inter"/>
              </a:defRPr>
            </a:lvl9pPr>
          </a:lstStyle>
          <a:p xmlns:a="http://schemas.openxmlformats.org/drawingml/2006/main">
            <a:pPr algn="l">
              <a:defRPr sz="2550" b="1">
                <a:solidFill>
                  <a:srgbClr val="172B40"/>
                </a:solidFill>
                <a:latin typeface="Inter"/>
                <a:ea typeface="Inter"/>
                <a:cs typeface="Inter"/>
              </a:defRPr>
            </a:pPr>
            <a:r>
              <a:rPr sz="2550" b="1">
                <a:solidFill>
                  <a:srgbClr val="172B40"/>
                </a:solidFill>
                <a:latin typeface="Inter"/>
                <a:ea typeface="Inter"/>
                <a:cs typeface="Inter"/>
              </a:rPr>
              <a:t>Giữ cách ly hai máy</a:t>
            </a:r>
          </a:p>
        </p:txBody>
      </p:sp>
      <p:sp>
        <p:nvSpPr>
          <p:cNvPr id="4" name="desc-0">
            <a:extLst xmlns:a="http://schemas.openxmlformats.org/drawingml/2006/main">
              <a:ext uri="{FF2B5EF4-FFF2-40B4-BE49-F238E27FC236}">
                <a16:creationId xmlns:a16="http://schemas.microsoft.com/office/drawing/2014/main" id="{01F83271-99B3-426E-AE0D-80085EA06FE3}"/>
              </a:ext>
            </a:extLst>
          </p:cNvPr>
          <p:cNvSpPr>
            <a:spLocks xmlns:a="http://schemas.openxmlformats.org/drawingml/2006/main" noGrp="1"/>
          </p:cNvSpPr>
          <p:nvPr/>
        </p:nvSpPr>
        <p:spPr>
          <a:xfrm xmlns:a="http://schemas.openxmlformats.org/drawingml/2006/main">
            <a:off x="1714500" y="2247900"/>
            <a:ext cx="952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516475"/>
                </a:solidFill>
                <a:latin typeface="Inter"/>
                <a:ea typeface="Inter"/>
                <a:cs typeface="Inter"/>
              </a:defRPr>
            </a:defPPr>
            <a:lvl1pPr algn="l">
              <a:defRPr sz="2025" b="0">
                <a:solidFill>
                  <a:srgbClr val="516475"/>
                </a:solidFill>
                <a:latin typeface="Inter"/>
                <a:ea typeface="Inter"/>
                <a:cs typeface="Inter"/>
              </a:defRPr>
            </a:lvl1pPr>
            <a:lvl2pPr algn="l">
              <a:defRPr sz="2025" b="0">
                <a:solidFill>
                  <a:srgbClr val="516475"/>
                </a:solidFill>
                <a:latin typeface="Inter"/>
                <a:ea typeface="Inter"/>
                <a:cs typeface="Inter"/>
              </a:defRPr>
            </a:lvl2pPr>
            <a:lvl3pPr algn="l">
              <a:defRPr sz="2025" b="0">
                <a:solidFill>
                  <a:srgbClr val="516475"/>
                </a:solidFill>
                <a:latin typeface="Inter"/>
                <a:ea typeface="Inter"/>
                <a:cs typeface="Inter"/>
              </a:defRPr>
            </a:lvl3pPr>
            <a:lvl4pPr algn="l">
              <a:defRPr sz="2025" b="0">
                <a:solidFill>
                  <a:srgbClr val="516475"/>
                </a:solidFill>
                <a:latin typeface="Inter"/>
                <a:ea typeface="Inter"/>
                <a:cs typeface="Inter"/>
              </a:defRPr>
            </a:lvl4pPr>
            <a:lvl5pPr algn="l">
              <a:defRPr sz="2025" b="0">
                <a:solidFill>
                  <a:srgbClr val="516475"/>
                </a:solidFill>
                <a:latin typeface="Inter"/>
                <a:ea typeface="Inter"/>
                <a:cs typeface="Inter"/>
              </a:defRPr>
            </a:lvl5pPr>
            <a:lvl6pPr algn="l">
              <a:defRPr sz="2025" b="0">
                <a:solidFill>
                  <a:srgbClr val="516475"/>
                </a:solidFill>
                <a:latin typeface="Inter"/>
                <a:ea typeface="Inter"/>
                <a:cs typeface="Inter"/>
              </a:defRPr>
            </a:lvl6pPr>
            <a:lvl7pPr algn="l">
              <a:defRPr sz="2025" b="0">
                <a:solidFill>
                  <a:srgbClr val="516475"/>
                </a:solidFill>
                <a:latin typeface="Inter"/>
                <a:ea typeface="Inter"/>
                <a:cs typeface="Inter"/>
              </a:defRPr>
            </a:lvl7pPr>
            <a:lvl8pPr algn="l">
              <a:defRPr sz="2025" b="0">
                <a:solidFill>
                  <a:srgbClr val="516475"/>
                </a:solidFill>
                <a:latin typeface="Inter"/>
                <a:ea typeface="Inter"/>
                <a:cs typeface="Inter"/>
              </a:defRPr>
            </a:lvl8pPr>
            <a:lvl9pPr algn="l">
              <a:defRPr sz="2025" b="0">
                <a:solidFill>
                  <a:srgbClr val="516475"/>
                </a:solidFill>
                <a:latin typeface="Inter"/>
                <a:ea typeface="Inter"/>
                <a:cs typeface="Inter"/>
              </a:defRPr>
            </a:lvl9pPr>
          </a:lstStyle>
          <a:p xmlns:a="http://schemas.openxmlformats.org/drawingml/2006/main">
            <a:pPr algn="l">
              <a:defRPr sz="2025" b="0">
                <a:solidFill>
                  <a:srgbClr val="516475"/>
                </a:solidFill>
                <a:latin typeface="Inter"/>
                <a:ea typeface="Inter"/>
                <a:cs typeface="Inter"/>
              </a:defRPr>
            </a:pPr>
            <a:r>
              <a:rPr sz="2025" b="0">
                <a:solidFill>
                  <a:srgbClr val="516475"/>
                </a:solidFill>
                <a:latin typeface="Inter"/>
                <a:ea typeface="Inter"/>
                <a:cs typeface="Inter"/>
              </a:rPr>
              <a:t>SOC thu log và bảo toàn chứng cứ</a:t>
            </a:r>
          </a:p>
        </p:txBody>
      </p:sp>
      <p:sp>
        <p:nvSpPr>
          <p:cNvPr id="5" name="step-1">
            <a:extLst xmlns:a="http://schemas.openxmlformats.org/drawingml/2006/main">
              <a:ext uri="{FF2B5EF4-FFF2-40B4-BE49-F238E27FC236}">
                <a16:creationId xmlns:a16="http://schemas.microsoft.com/office/drawing/2014/main" id="{0EF6630F-C9D2-4BE1-BE9C-52611F3D0DEA}"/>
              </a:ext>
            </a:extLst>
          </p:cNvPr>
          <p:cNvSpPr>
            <a:spLocks xmlns:a="http://schemas.openxmlformats.org/drawingml/2006/main" noGrp="1"/>
          </p:cNvSpPr>
          <p:nvPr/>
        </p:nvSpPr>
        <p:spPr>
          <a:xfrm xmlns:a="http://schemas.openxmlformats.org/drawingml/2006/main">
            <a:off x="685800" y="3048000"/>
            <a:ext cx="762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000" b="1">
                <a:solidFill>
                  <a:srgbClr val="235A8C"/>
                </a:solidFill>
                <a:latin typeface="Inter"/>
                <a:ea typeface="Inter"/>
                <a:cs typeface="Inter"/>
              </a:defRPr>
            </a:defPPr>
            <a:lvl1pPr algn="l">
              <a:defRPr sz="3000" b="1">
                <a:solidFill>
                  <a:srgbClr val="235A8C"/>
                </a:solidFill>
                <a:latin typeface="Inter"/>
                <a:ea typeface="Inter"/>
                <a:cs typeface="Inter"/>
              </a:defRPr>
            </a:lvl1pPr>
            <a:lvl2pPr algn="l">
              <a:defRPr sz="3000" b="1">
                <a:solidFill>
                  <a:srgbClr val="235A8C"/>
                </a:solidFill>
                <a:latin typeface="Inter"/>
                <a:ea typeface="Inter"/>
                <a:cs typeface="Inter"/>
              </a:defRPr>
            </a:lvl2pPr>
            <a:lvl3pPr algn="l">
              <a:defRPr sz="3000" b="1">
                <a:solidFill>
                  <a:srgbClr val="235A8C"/>
                </a:solidFill>
                <a:latin typeface="Inter"/>
                <a:ea typeface="Inter"/>
                <a:cs typeface="Inter"/>
              </a:defRPr>
            </a:lvl3pPr>
            <a:lvl4pPr algn="l">
              <a:defRPr sz="3000" b="1">
                <a:solidFill>
                  <a:srgbClr val="235A8C"/>
                </a:solidFill>
                <a:latin typeface="Inter"/>
                <a:ea typeface="Inter"/>
                <a:cs typeface="Inter"/>
              </a:defRPr>
            </a:lvl4pPr>
            <a:lvl5pPr algn="l">
              <a:defRPr sz="3000" b="1">
                <a:solidFill>
                  <a:srgbClr val="235A8C"/>
                </a:solidFill>
                <a:latin typeface="Inter"/>
                <a:ea typeface="Inter"/>
                <a:cs typeface="Inter"/>
              </a:defRPr>
            </a:lvl5pPr>
            <a:lvl6pPr algn="l">
              <a:defRPr sz="3000" b="1">
                <a:solidFill>
                  <a:srgbClr val="235A8C"/>
                </a:solidFill>
                <a:latin typeface="Inter"/>
                <a:ea typeface="Inter"/>
                <a:cs typeface="Inter"/>
              </a:defRPr>
            </a:lvl6pPr>
            <a:lvl7pPr algn="l">
              <a:defRPr sz="3000" b="1">
                <a:solidFill>
                  <a:srgbClr val="235A8C"/>
                </a:solidFill>
                <a:latin typeface="Inter"/>
                <a:ea typeface="Inter"/>
                <a:cs typeface="Inter"/>
              </a:defRPr>
            </a:lvl7pPr>
            <a:lvl8pPr algn="l">
              <a:defRPr sz="3000" b="1">
                <a:solidFill>
                  <a:srgbClr val="235A8C"/>
                </a:solidFill>
                <a:latin typeface="Inter"/>
                <a:ea typeface="Inter"/>
                <a:cs typeface="Inter"/>
              </a:defRPr>
            </a:lvl8pPr>
            <a:lvl9pPr algn="l">
              <a:defRPr sz="3000" b="1">
                <a:solidFill>
                  <a:srgbClr val="235A8C"/>
                </a:solidFill>
                <a:latin typeface="Inter"/>
                <a:ea typeface="Inter"/>
                <a:cs typeface="Inter"/>
              </a:defRPr>
            </a:lvl9pPr>
          </a:lstStyle>
          <a:p xmlns:a="http://schemas.openxmlformats.org/drawingml/2006/main">
            <a:pPr algn="l">
              <a:defRPr sz="3000" b="1">
                <a:solidFill>
                  <a:srgbClr val="235A8C"/>
                </a:solidFill>
                <a:latin typeface="Inter"/>
                <a:ea typeface="Inter"/>
                <a:cs typeface="Inter"/>
              </a:defRPr>
            </a:pPr>
            <a:r>
              <a:rPr sz="3000" b="1">
                <a:solidFill>
                  <a:srgbClr val="235A8C"/>
                </a:solidFill>
                <a:latin typeface="Inter"/>
                <a:ea typeface="Inter"/>
                <a:cs typeface="Inter"/>
              </a:rPr>
              <a:t>02</a:t>
            </a:r>
          </a:p>
        </p:txBody>
      </p:sp>
      <p:sp>
        <p:nvSpPr>
          <p:cNvPr id="6" name="action-1">
            <a:extLst xmlns:a="http://schemas.openxmlformats.org/drawingml/2006/main">
              <a:ext uri="{FF2B5EF4-FFF2-40B4-BE49-F238E27FC236}">
                <a16:creationId xmlns:a16="http://schemas.microsoft.com/office/drawing/2014/main" id="{4A9CB850-89BA-492F-A76E-4F2FCA1D95BA}"/>
              </a:ext>
            </a:extLst>
          </p:cNvPr>
          <p:cNvSpPr>
            <a:spLocks xmlns:a="http://schemas.openxmlformats.org/drawingml/2006/main" noGrp="1"/>
          </p:cNvSpPr>
          <p:nvPr/>
        </p:nvSpPr>
        <p:spPr>
          <a:xfrm xmlns:a="http://schemas.openxmlformats.org/drawingml/2006/main">
            <a:off x="1714500" y="3048000"/>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172B40"/>
                </a:solidFill>
                <a:latin typeface="Inter"/>
                <a:ea typeface="Inter"/>
                <a:cs typeface="Inter"/>
              </a:defRPr>
            </a:defPPr>
            <a:lvl1pPr algn="l">
              <a:defRPr sz="2550" b="1">
                <a:solidFill>
                  <a:srgbClr val="172B40"/>
                </a:solidFill>
                <a:latin typeface="Inter"/>
                <a:ea typeface="Inter"/>
                <a:cs typeface="Inter"/>
              </a:defRPr>
            </a:lvl1pPr>
            <a:lvl2pPr algn="l">
              <a:defRPr sz="2550" b="1">
                <a:solidFill>
                  <a:srgbClr val="172B40"/>
                </a:solidFill>
                <a:latin typeface="Inter"/>
                <a:ea typeface="Inter"/>
                <a:cs typeface="Inter"/>
              </a:defRPr>
            </a:lvl2pPr>
            <a:lvl3pPr algn="l">
              <a:defRPr sz="2550" b="1">
                <a:solidFill>
                  <a:srgbClr val="172B40"/>
                </a:solidFill>
                <a:latin typeface="Inter"/>
                <a:ea typeface="Inter"/>
                <a:cs typeface="Inter"/>
              </a:defRPr>
            </a:lvl3pPr>
            <a:lvl4pPr algn="l">
              <a:defRPr sz="2550" b="1">
                <a:solidFill>
                  <a:srgbClr val="172B40"/>
                </a:solidFill>
                <a:latin typeface="Inter"/>
                <a:ea typeface="Inter"/>
                <a:cs typeface="Inter"/>
              </a:defRPr>
            </a:lvl4pPr>
            <a:lvl5pPr algn="l">
              <a:defRPr sz="2550" b="1">
                <a:solidFill>
                  <a:srgbClr val="172B40"/>
                </a:solidFill>
                <a:latin typeface="Inter"/>
                <a:ea typeface="Inter"/>
                <a:cs typeface="Inter"/>
              </a:defRPr>
            </a:lvl5pPr>
            <a:lvl6pPr algn="l">
              <a:defRPr sz="2550" b="1">
                <a:solidFill>
                  <a:srgbClr val="172B40"/>
                </a:solidFill>
                <a:latin typeface="Inter"/>
                <a:ea typeface="Inter"/>
                <a:cs typeface="Inter"/>
              </a:defRPr>
            </a:lvl6pPr>
            <a:lvl7pPr algn="l">
              <a:defRPr sz="2550" b="1">
                <a:solidFill>
                  <a:srgbClr val="172B40"/>
                </a:solidFill>
                <a:latin typeface="Inter"/>
                <a:ea typeface="Inter"/>
                <a:cs typeface="Inter"/>
              </a:defRPr>
            </a:lvl7pPr>
            <a:lvl8pPr algn="l">
              <a:defRPr sz="2550" b="1">
                <a:solidFill>
                  <a:srgbClr val="172B40"/>
                </a:solidFill>
                <a:latin typeface="Inter"/>
                <a:ea typeface="Inter"/>
                <a:cs typeface="Inter"/>
              </a:defRPr>
            </a:lvl8pPr>
            <a:lvl9pPr algn="l">
              <a:defRPr sz="2550" b="1">
                <a:solidFill>
                  <a:srgbClr val="172B40"/>
                </a:solidFill>
                <a:latin typeface="Inter"/>
                <a:ea typeface="Inter"/>
                <a:cs typeface="Inter"/>
              </a:defRPr>
            </a:lvl9pPr>
          </a:lstStyle>
          <a:p xmlns:a="http://schemas.openxmlformats.org/drawingml/2006/main">
            <a:pPr algn="l">
              <a:defRPr sz="2550" b="1">
                <a:solidFill>
                  <a:srgbClr val="172B40"/>
                </a:solidFill>
                <a:latin typeface="Inter"/>
                <a:ea typeface="Inter"/>
                <a:cs typeface="Inter"/>
              </a:defRPr>
            </a:pPr>
            <a:r>
              <a:rPr sz="2550" b="1">
                <a:solidFill>
                  <a:srgbClr val="172B40"/>
                </a:solidFill>
                <a:latin typeface="Inter"/>
                <a:ea typeface="Inter"/>
                <a:cs typeface="Inter"/>
              </a:rPr>
              <a:t>Hoàn tất 12 cảnh báo điều tra</a:t>
            </a:r>
          </a:p>
        </p:txBody>
      </p:sp>
      <p:sp>
        <p:nvSpPr>
          <p:cNvPr id="7" name="desc-1">
            <a:extLst xmlns:a="http://schemas.openxmlformats.org/drawingml/2006/main">
              <a:ext uri="{FF2B5EF4-FFF2-40B4-BE49-F238E27FC236}">
                <a16:creationId xmlns:a16="http://schemas.microsoft.com/office/drawing/2014/main" id="{4C123F42-0BF5-427D-8796-0955E4CF1F4F}"/>
              </a:ext>
            </a:extLst>
          </p:cNvPr>
          <p:cNvSpPr>
            <a:spLocks xmlns:a="http://schemas.openxmlformats.org/drawingml/2006/main" noGrp="1"/>
          </p:cNvSpPr>
          <p:nvPr/>
        </p:nvSpPr>
        <p:spPr>
          <a:xfrm xmlns:a="http://schemas.openxmlformats.org/drawingml/2006/main">
            <a:off x="1714500" y="3629025"/>
            <a:ext cx="952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516475"/>
                </a:solidFill>
                <a:latin typeface="Inter"/>
                <a:ea typeface="Inter"/>
                <a:cs typeface="Inter"/>
              </a:defRPr>
            </a:defPPr>
            <a:lvl1pPr algn="l">
              <a:defRPr sz="2025" b="0">
                <a:solidFill>
                  <a:srgbClr val="516475"/>
                </a:solidFill>
                <a:latin typeface="Inter"/>
                <a:ea typeface="Inter"/>
                <a:cs typeface="Inter"/>
              </a:defRPr>
            </a:lvl1pPr>
            <a:lvl2pPr algn="l">
              <a:defRPr sz="2025" b="0">
                <a:solidFill>
                  <a:srgbClr val="516475"/>
                </a:solidFill>
                <a:latin typeface="Inter"/>
                <a:ea typeface="Inter"/>
                <a:cs typeface="Inter"/>
              </a:defRPr>
            </a:lvl2pPr>
            <a:lvl3pPr algn="l">
              <a:defRPr sz="2025" b="0">
                <a:solidFill>
                  <a:srgbClr val="516475"/>
                </a:solidFill>
                <a:latin typeface="Inter"/>
                <a:ea typeface="Inter"/>
                <a:cs typeface="Inter"/>
              </a:defRPr>
            </a:lvl3pPr>
            <a:lvl4pPr algn="l">
              <a:defRPr sz="2025" b="0">
                <a:solidFill>
                  <a:srgbClr val="516475"/>
                </a:solidFill>
                <a:latin typeface="Inter"/>
                <a:ea typeface="Inter"/>
                <a:cs typeface="Inter"/>
              </a:defRPr>
            </a:lvl4pPr>
            <a:lvl5pPr algn="l">
              <a:defRPr sz="2025" b="0">
                <a:solidFill>
                  <a:srgbClr val="516475"/>
                </a:solidFill>
                <a:latin typeface="Inter"/>
                <a:ea typeface="Inter"/>
                <a:cs typeface="Inter"/>
              </a:defRPr>
            </a:lvl5pPr>
            <a:lvl6pPr algn="l">
              <a:defRPr sz="2025" b="0">
                <a:solidFill>
                  <a:srgbClr val="516475"/>
                </a:solidFill>
                <a:latin typeface="Inter"/>
                <a:ea typeface="Inter"/>
                <a:cs typeface="Inter"/>
              </a:defRPr>
            </a:lvl6pPr>
            <a:lvl7pPr algn="l">
              <a:defRPr sz="2025" b="0">
                <a:solidFill>
                  <a:srgbClr val="516475"/>
                </a:solidFill>
                <a:latin typeface="Inter"/>
                <a:ea typeface="Inter"/>
                <a:cs typeface="Inter"/>
              </a:defRPr>
            </a:lvl7pPr>
            <a:lvl8pPr algn="l">
              <a:defRPr sz="2025" b="0">
                <a:solidFill>
                  <a:srgbClr val="516475"/>
                </a:solidFill>
                <a:latin typeface="Inter"/>
                <a:ea typeface="Inter"/>
                <a:cs typeface="Inter"/>
              </a:defRPr>
            </a:lvl8pPr>
            <a:lvl9pPr algn="l">
              <a:defRPr sz="2025" b="0">
                <a:solidFill>
                  <a:srgbClr val="516475"/>
                </a:solidFill>
                <a:latin typeface="Inter"/>
                <a:ea typeface="Inter"/>
                <a:cs typeface="Inter"/>
              </a:defRPr>
            </a:lvl9pPr>
          </a:lstStyle>
          <a:p xmlns:a="http://schemas.openxmlformats.org/drawingml/2006/main">
            <a:pPr algn="l">
              <a:defRPr sz="2025" b="0">
                <a:solidFill>
                  <a:srgbClr val="516475"/>
                </a:solidFill>
                <a:latin typeface="Inter"/>
                <a:ea typeface="Inter"/>
                <a:cs typeface="Inter"/>
              </a:defRPr>
            </a:pPr>
            <a:r>
              <a:rPr sz="2025" b="0">
                <a:solidFill>
                  <a:srgbClr val="516475"/>
                </a:solidFill>
                <a:latin typeface="Inter"/>
                <a:ea typeface="Inter"/>
                <a:cs typeface="Inter"/>
              </a:rPr>
              <a:t>Xác minh 2 mã lạ và 1 bản ghi thiếu mã</a:t>
            </a:r>
          </a:p>
        </p:txBody>
      </p:sp>
      <p:sp>
        <p:nvSpPr>
          <p:cNvPr id="8" name="step-2">
            <a:extLst xmlns:a="http://schemas.openxmlformats.org/drawingml/2006/main">
              <a:ext uri="{FF2B5EF4-FFF2-40B4-BE49-F238E27FC236}">
                <a16:creationId xmlns:a16="http://schemas.microsoft.com/office/drawing/2014/main" id="{1144EE96-CF75-4FEB-B1F0-F3AAE8F66C5F}"/>
              </a:ext>
            </a:extLst>
          </p:cNvPr>
          <p:cNvSpPr>
            <a:spLocks xmlns:a="http://schemas.openxmlformats.org/drawingml/2006/main" noGrp="1"/>
          </p:cNvSpPr>
          <p:nvPr/>
        </p:nvSpPr>
        <p:spPr>
          <a:xfrm xmlns:a="http://schemas.openxmlformats.org/drawingml/2006/main">
            <a:off x="685800" y="4429125"/>
            <a:ext cx="762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000" b="1">
                <a:solidFill>
                  <a:srgbClr val="235A8C"/>
                </a:solidFill>
                <a:latin typeface="Inter"/>
                <a:ea typeface="Inter"/>
                <a:cs typeface="Inter"/>
              </a:defRPr>
            </a:defPPr>
            <a:lvl1pPr algn="l">
              <a:defRPr sz="3000" b="1">
                <a:solidFill>
                  <a:srgbClr val="235A8C"/>
                </a:solidFill>
                <a:latin typeface="Inter"/>
                <a:ea typeface="Inter"/>
                <a:cs typeface="Inter"/>
              </a:defRPr>
            </a:lvl1pPr>
            <a:lvl2pPr algn="l">
              <a:defRPr sz="3000" b="1">
                <a:solidFill>
                  <a:srgbClr val="235A8C"/>
                </a:solidFill>
                <a:latin typeface="Inter"/>
                <a:ea typeface="Inter"/>
                <a:cs typeface="Inter"/>
              </a:defRPr>
            </a:lvl2pPr>
            <a:lvl3pPr algn="l">
              <a:defRPr sz="3000" b="1">
                <a:solidFill>
                  <a:srgbClr val="235A8C"/>
                </a:solidFill>
                <a:latin typeface="Inter"/>
                <a:ea typeface="Inter"/>
                <a:cs typeface="Inter"/>
              </a:defRPr>
            </a:lvl3pPr>
            <a:lvl4pPr algn="l">
              <a:defRPr sz="3000" b="1">
                <a:solidFill>
                  <a:srgbClr val="235A8C"/>
                </a:solidFill>
                <a:latin typeface="Inter"/>
                <a:ea typeface="Inter"/>
                <a:cs typeface="Inter"/>
              </a:defRPr>
            </a:lvl4pPr>
            <a:lvl5pPr algn="l">
              <a:defRPr sz="3000" b="1">
                <a:solidFill>
                  <a:srgbClr val="235A8C"/>
                </a:solidFill>
                <a:latin typeface="Inter"/>
                <a:ea typeface="Inter"/>
                <a:cs typeface="Inter"/>
              </a:defRPr>
            </a:lvl5pPr>
            <a:lvl6pPr algn="l">
              <a:defRPr sz="3000" b="1">
                <a:solidFill>
                  <a:srgbClr val="235A8C"/>
                </a:solidFill>
                <a:latin typeface="Inter"/>
                <a:ea typeface="Inter"/>
                <a:cs typeface="Inter"/>
              </a:defRPr>
            </a:lvl6pPr>
            <a:lvl7pPr algn="l">
              <a:defRPr sz="3000" b="1">
                <a:solidFill>
                  <a:srgbClr val="235A8C"/>
                </a:solidFill>
                <a:latin typeface="Inter"/>
                <a:ea typeface="Inter"/>
                <a:cs typeface="Inter"/>
              </a:defRPr>
            </a:lvl7pPr>
            <a:lvl8pPr algn="l">
              <a:defRPr sz="3000" b="1">
                <a:solidFill>
                  <a:srgbClr val="235A8C"/>
                </a:solidFill>
                <a:latin typeface="Inter"/>
                <a:ea typeface="Inter"/>
                <a:cs typeface="Inter"/>
              </a:defRPr>
            </a:lvl8pPr>
            <a:lvl9pPr algn="l">
              <a:defRPr sz="3000" b="1">
                <a:solidFill>
                  <a:srgbClr val="235A8C"/>
                </a:solidFill>
                <a:latin typeface="Inter"/>
                <a:ea typeface="Inter"/>
                <a:cs typeface="Inter"/>
              </a:defRPr>
            </a:lvl9pPr>
          </a:lstStyle>
          <a:p xmlns:a="http://schemas.openxmlformats.org/drawingml/2006/main">
            <a:pPr algn="l">
              <a:defRPr sz="3000" b="1">
                <a:solidFill>
                  <a:srgbClr val="235A8C"/>
                </a:solidFill>
                <a:latin typeface="Inter"/>
                <a:ea typeface="Inter"/>
                <a:cs typeface="Inter"/>
              </a:defRPr>
            </a:pPr>
            <a:r>
              <a:rPr sz="3000" b="1">
                <a:solidFill>
                  <a:srgbClr val="235A8C"/>
                </a:solidFill>
                <a:latin typeface="Inter"/>
                <a:ea typeface="Inter"/>
                <a:cs typeface="Inter"/>
              </a:rPr>
              <a:t>03</a:t>
            </a:r>
          </a:p>
        </p:txBody>
      </p:sp>
      <p:sp>
        <p:nvSpPr>
          <p:cNvPr id="9" name="action-2">
            <a:extLst xmlns:a="http://schemas.openxmlformats.org/drawingml/2006/main">
              <a:ext uri="{FF2B5EF4-FFF2-40B4-BE49-F238E27FC236}">
                <a16:creationId xmlns:a16="http://schemas.microsoft.com/office/drawing/2014/main" id="{27900972-BE6A-4F1D-9564-B8F6C5843155}"/>
              </a:ext>
            </a:extLst>
          </p:cNvPr>
          <p:cNvSpPr>
            <a:spLocks xmlns:a="http://schemas.openxmlformats.org/drawingml/2006/main" noGrp="1"/>
          </p:cNvSpPr>
          <p:nvPr/>
        </p:nvSpPr>
        <p:spPr>
          <a:xfrm xmlns:a="http://schemas.openxmlformats.org/drawingml/2006/main">
            <a:off x="1714500" y="4429125"/>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50" b="1">
                <a:solidFill>
                  <a:srgbClr val="172B40"/>
                </a:solidFill>
                <a:latin typeface="Inter"/>
                <a:ea typeface="Inter"/>
                <a:cs typeface="Inter"/>
              </a:defRPr>
            </a:defPPr>
            <a:lvl1pPr algn="l">
              <a:defRPr sz="2550" b="1">
                <a:solidFill>
                  <a:srgbClr val="172B40"/>
                </a:solidFill>
                <a:latin typeface="Inter"/>
                <a:ea typeface="Inter"/>
                <a:cs typeface="Inter"/>
              </a:defRPr>
            </a:lvl1pPr>
            <a:lvl2pPr algn="l">
              <a:defRPr sz="2550" b="1">
                <a:solidFill>
                  <a:srgbClr val="172B40"/>
                </a:solidFill>
                <a:latin typeface="Inter"/>
                <a:ea typeface="Inter"/>
                <a:cs typeface="Inter"/>
              </a:defRPr>
            </a:lvl2pPr>
            <a:lvl3pPr algn="l">
              <a:defRPr sz="2550" b="1">
                <a:solidFill>
                  <a:srgbClr val="172B40"/>
                </a:solidFill>
                <a:latin typeface="Inter"/>
                <a:ea typeface="Inter"/>
                <a:cs typeface="Inter"/>
              </a:defRPr>
            </a:lvl3pPr>
            <a:lvl4pPr algn="l">
              <a:defRPr sz="2550" b="1">
                <a:solidFill>
                  <a:srgbClr val="172B40"/>
                </a:solidFill>
                <a:latin typeface="Inter"/>
                <a:ea typeface="Inter"/>
                <a:cs typeface="Inter"/>
              </a:defRPr>
            </a:lvl4pPr>
            <a:lvl5pPr algn="l">
              <a:defRPr sz="2550" b="1">
                <a:solidFill>
                  <a:srgbClr val="172B40"/>
                </a:solidFill>
                <a:latin typeface="Inter"/>
                <a:ea typeface="Inter"/>
                <a:cs typeface="Inter"/>
              </a:defRPr>
            </a:lvl5pPr>
            <a:lvl6pPr algn="l">
              <a:defRPr sz="2550" b="1">
                <a:solidFill>
                  <a:srgbClr val="172B40"/>
                </a:solidFill>
                <a:latin typeface="Inter"/>
                <a:ea typeface="Inter"/>
                <a:cs typeface="Inter"/>
              </a:defRPr>
            </a:lvl6pPr>
            <a:lvl7pPr algn="l">
              <a:defRPr sz="2550" b="1">
                <a:solidFill>
                  <a:srgbClr val="172B40"/>
                </a:solidFill>
                <a:latin typeface="Inter"/>
                <a:ea typeface="Inter"/>
                <a:cs typeface="Inter"/>
              </a:defRPr>
            </a:lvl7pPr>
            <a:lvl8pPr algn="l">
              <a:defRPr sz="2550" b="1">
                <a:solidFill>
                  <a:srgbClr val="172B40"/>
                </a:solidFill>
                <a:latin typeface="Inter"/>
                <a:ea typeface="Inter"/>
                <a:cs typeface="Inter"/>
              </a:defRPr>
            </a:lvl8pPr>
            <a:lvl9pPr algn="l">
              <a:defRPr sz="2550" b="1">
                <a:solidFill>
                  <a:srgbClr val="172B40"/>
                </a:solidFill>
                <a:latin typeface="Inter"/>
                <a:ea typeface="Inter"/>
                <a:cs typeface="Inter"/>
              </a:defRPr>
            </a:lvl9pPr>
          </a:lstStyle>
          <a:p xmlns:a="http://schemas.openxmlformats.org/drawingml/2006/main">
            <a:pPr algn="l">
              <a:defRPr sz="2550" b="1">
                <a:solidFill>
                  <a:srgbClr val="172B40"/>
                </a:solidFill>
                <a:latin typeface="Inter"/>
                <a:ea typeface="Inter"/>
                <a:cs typeface="Inter"/>
              </a:defRPr>
            </a:pPr>
            <a:r>
              <a:rPr sz="2550" b="1">
                <a:solidFill>
                  <a:srgbClr val="172B40"/>
                </a:solidFill>
                <a:latin typeface="Inter"/>
                <a:ea typeface="Inter"/>
                <a:cs typeface="Inter"/>
              </a:rPr>
              <a:t>Khôi phục sau kiểm chứng</a:t>
            </a:r>
          </a:p>
        </p:txBody>
      </p:sp>
      <p:sp>
        <p:nvSpPr>
          <p:cNvPr id="10" name="desc-2">
            <a:extLst xmlns:a="http://schemas.openxmlformats.org/drawingml/2006/main">
              <a:ext uri="{FF2B5EF4-FFF2-40B4-BE49-F238E27FC236}">
                <a16:creationId xmlns:a16="http://schemas.microsoft.com/office/drawing/2014/main" id="{7F845DF4-8E9E-4080-BDD1-4C063831D314}"/>
              </a:ext>
            </a:extLst>
          </p:cNvPr>
          <p:cNvSpPr>
            <a:spLocks xmlns:a="http://schemas.openxmlformats.org/drawingml/2006/main" noGrp="1"/>
          </p:cNvSpPr>
          <p:nvPr/>
        </p:nvSpPr>
        <p:spPr>
          <a:xfrm xmlns:a="http://schemas.openxmlformats.org/drawingml/2006/main">
            <a:off x="1714500" y="5010150"/>
            <a:ext cx="952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516475"/>
                </a:solidFill>
                <a:latin typeface="Inter"/>
                <a:ea typeface="Inter"/>
                <a:cs typeface="Inter"/>
              </a:defRPr>
            </a:defPPr>
            <a:lvl1pPr algn="l">
              <a:defRPr sz="2025" b="0">
                <a:solidFill>
                  <a:srgbClr val="516475"/>
                </a:solidFill>
                <a:latin typeface="Inter"/>
                <a:ea typeface="Inter"/>
                <a:cs typeface="Inter"/>
              </a:defRPr>
            </a:lvl1pPr>
            <a:lvl2pPr algn="l">
              <a:defRPr sz="2025" b="0">
                <a:solidFill>
                  <a:srgbClr val="516475"/>
                </a:solidFill>
                <a:latin typeface="Inter"/>
                <a:ea typeface="Inter"/>
                <a:cs typeface="Inter"/>
              </a:defRPr>
            </a:lvl2pPr>
            <a:lvl3pPr algn="l">
              <a:defRPr sz="2025" b="0">
                <a:solidFill>
                  <a:srgbClr val="516475"/>
                </a:solidFill>
                <a:latin typeface="Inter"/>
                <a:ea typeface="Inter"/>
                <a:cs typeface="Inter"/>
              </a:defRPr>
            </a:lvl3pPr>
            <a:lvl4pPr algn="l">
              <a:defRPr sz="2025" b="0">
                <a:solidFill>
                  <a:srgbClr val="516475"/>
                </a:solidFill>
                <a:latin typeface="Inter"/>
                <a:ea typeface="Inter"/>
                <a:cs typeface="Inter"/>
              </a:defRPr>
            </a:lvl4pPr>
            <a:lvl5pPr algn="l">
              <a:defRPr sz="2025" b="0">
                <a:solidFill>
                  <a:srgbClr val="516475"/>
                </a:solidFill>
                <a:latin typeface="Inter"/>
                <a:ea typeface="Inter"/>
                <a:cs typeface="Inter"/>
              </a:defRPr>
            </a:lvl5pPr>
            <a:lvl6pPr algn="l">
              <a:defRPr sz="2025" b="0">
                <a:solidFill>
                  <a:srgbClr val="516475"/>
                </a:solidFill>
                <a:latin typeface="Inter"/>
                <a:ea typeface="Inter"/>
                <a:cs typeface="Inter"/>
              </a:defRPr>
            </a:lvl6pPr>
            <a:lvl7pPr algn="l">
              <a:defRPr sz="2025" b="0">
                <a:solidFill>
                  <a:srgbClr val="516475"/>
                </a:solidFill>
                <a:latin typeface="Inter"/>
                <a:ea typeface="Inter"/>
                <a:cs typeface="Inter"/>
              </a:defRPr>
            </a:lvl7pPr>
            <a:lvl8pPr algn="l">
              <a:defRPr sz="2025" b="0">
                <a:solidFill>
                  <a:srgbClr val="516475"/>
                </a:solidFill>
                <a:latin typeface="Inter"/>
                <a:ea typeface="Inter"/>
                <a:cs typeface="Inter"/>
              </a:defRPr>
            </a:lvl8pPr>
            <a:lvl9pPr algn="l">
              <a:defRPr sz="2025" b="0">
                <a:solidFill>
                  <a:srgbClr val="516475"/>
                </a:solidFill>
                <a:latin typeface="Inter"/>
                <a:ea typeface="Inter"/>
                <a:cs typeface="Inter"/>
              </a:defRPr>
            </a:lvl9pPr>
          </a:lstStyle>
          <a:p xmlns:a="http://schemas.openxmlformats.org/drawingml/2006/main">
            <a:pPr algn="l">
              <a:defRPr sz="2025" b="0">
                <a:solidFill>
                  <a:srgbClr val="516475"/>
                </a:solidFill>
                <a:latin typeface="Inter"/>
                <a:ea typeface="Inter"/>
                <a:cs typeface="Inter"/>
              </a:defRPr>
            </a:pPr>
            <a:r>
              <a:rPr sz="2025" b="0">
                <a:solidFill>
                  <a:srgbClr val="516475"/>
                </a:solidFill>
                <a:latin typeface="Inter"/>
                <a:ea typeface="Inter"/>
                <a:cs typeface="Inter"/>
              </a:rPr>
              <a:t>Vá nguyên nhân, kiểm thử dịch vụ và theo dõi lại</a:t>
            </a:r>
          </a:p>
        </p:txBody>
      </p:sp>
    </p:spTree>
    <p:extLst>
      <p:ext uri="{BB962C8B-B14F-4D97-AF65-F5344CB8AC3E}">
        <p14:creationId xmlns:p14="http://schemas.microsoft.com/office/powerpoint/2010/main" val="168271634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heading">
            <a:extLst xmlns:a="http://schemas.openxmlformats.org/drawingml/2006/main">
              <a:ext uri="{FF2B5EF4-FFF2-40B4-BE49-F238E27FC236}">
                <a16:creationId xmlns:a16="http://schemas.microsoft.com/office/drawing/2014/main" id="{B3E3C9BE-84EB-4E79-A25F-EE2007925C3B}"/>
              </a:ext>
            </a:extLst>
          </p:cNvPr>
          <p:cNvSpPr>
            <a:spLocks xmlns:a="http://schemas.openxmlformats.org/drawingml/2006/main" noGrp="1"/>
          </p:cNvSpPr>
          <p:nvPr/>
        </p:nvSpPr>
        <p:spPr>
          <a:xfrm xmlns:a="http://schemas.openxmlformats.org/drawingml/2006/main">
            <a:off x="609600" y="381000"/>
            <a:ext cx="109728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300" b="1">
                <a:solidFill>
                  <a:srgbClr val="172B40"/>
                </a:solidFill>
                <a:latin typeface="Inter"/>
                <a:ea typeface="Inter"/>
                <a:cs typeface="Inter"/>
              </a:defRPr>
            </a:defPPr>
            <a:lvl1pPr algn="l">
              <a:defRPr sz="3300" b="1">
                <a:solidFill>
                  <a:srgbClr val="172B40"/>
                </a:solidFill>
                <a:latin typeface="Inter"/>
                <a:ea typeface="Inter"/>
                <a:cs typeface="Inter"/>
              </a:defRPr>
            </a:lvl1pPr>
            <a:lvl2pPr algn="l">
              <a:defRPr sz="3300" b="1">
                <a:solidFill>
                  <a:srgbClr val="172B40"/>
                </a:solidFill>
                <a:latin typeface="Inter"/>
                <a:ea typeface="Inter"/>
                <a:cs typeface="Inter"/>
              </a:defRPr>
            </a:lvl2pPr>
            <a:lvl3pPr algn="l">
              <a:defRPr sz="3300" b="1">
                <a:solidFill>
                  <a:srgbClr val="172B40"/>
                </a:solidFill>
                <a:latin typeface="Inter"/>
                <a:ea typeface="Inter"/>
                <a:cs typeface="Inter"/>
              </a:defRPr>
            </a:lvl3pPr>
            <a:lvl4pPr algn="l">
              <a:defRPr sz="3300" b="1">
                <a:solidFill>
                  <a:srgbClr val="172B40"/>
                </a:solidFill>
                <a:latin typeface="Inter"/>
                <a:ea typeface="Inter"/>
                <a:cs typeface="Inter"/>
              </a:defRPr>
            </a:lvl4pPr>
            <a:lvl5pPr algn="l">
              <a:defRPr sz="3300" b="1">
                <a:solidFill>
                  <a:srgbClr val="172B40"/>
                </a:solidFill>
                <a:latin typeface="Inter"/>
                <a:ea typeface="Inter"/>
                <a:cs typeface="Inter"/>
              </a:defRPr>
            </a:lvl5pPr>
            <a:lvl6pPr algn="l">
              <a:defRPr sz="3300" b="1">
                <a:solidFill>
                  <a:srgbClr val="172B40"/>
                </a:solidFill>
                <a:latin typeface="Inter"/>
                <a:ea typeface="Inter"/>
                <a:cs typeface="Inter"/>
              </a:defRPr>
            </a:lvl6pPr>
            <a:lvl7pPr algn="l">
              <a:defRPr sz="3300" b="1">
                <a:solidFill>
                  <a:srgbClr val="172B40"/>
                </a:solidFill>
                <a:latin typeface="Inter"/>
                <a:ea typeface="Inter"/>
                <a:cs typeface="Inter"/>
              </a:defRPr>
            </a:lvl7pPr>
            <a:lvl8pPr algn="l">
              <a:defRPr sz="3300" b="1">
                <a:solidFill>
                  <a:srgbClr val="172B40"/>
                </a:solidFill>
                <a:latin typeface="Inter"/>
                <a:ea typeface="Inter"/>
                <a:cs typeface="Inter"/>
              </a:defRPr>
            </a:lvl8pPr>
            <a:lvl9pPr algn="l">
              <a:defRPr sz="3300" b="1">
                <a:solidFill>
                  <a:srgbClr val="172B40"/>
                </a:solidFill>
                <a:latin typeface="Inter"/>
                <a:ea typeface="Inter"/>
                <a:cs typeface="Inter"/>
              </a:defRPr>
            </a:lvl9pPr>
          </a:lstStyle>
          <a:p xmlns:a="http://schemas.openxmlformats.org/drawingml/2006/main">
            <a:pPr algn="l">
              <a:defRPr sz="3300" b="1">
                <a:solidFill>
                  <a:srgbClr val="172B40"/>
                </a:solidFill>
                <a:latin typeface="Inter"/>
                <a:ea typeface="Inter"/>
                <a:cs typeface="Inter"/>
              </a:defRPr>
            </a:pPr>
            <a:r>
              <a:rPr sz="3300" b="1">
                <a:solidFill>
                  <a:srgbClr val="172B40"/>
                </a:solidFill>
                <a:latin typeface="Inter"/>
                <a:ea typeface="Inter"/>
                <a:cs typeface="Inter"/>
              </a:rPr>
              <a:t>Bộ hồ sơ và cách cập nhật</a:t>
            </a:r>
          </a:p>
        </p:txBody>
      </p:sp>
      <p:sp>
        <p:nvSpPr>
          <p:cNvPr id="2" name="kind-0">
            <a:extLst xmlns:a="http://schemas.openxmlformats.org/drawingml/2006/main">
              <a:ext uri="{FF2B5EF4-FFF2-40B4-BE49-F238E27FC236}">
                <a16:creationId xmlns:a16="http://schemas.microsoft.com/office/drawing/2014/main" id="{97EC380D-3A29-4B23-8007-61C9F7EFF0E1}"/>
              </a:ext>
            </a:extLst>
          </p:cNvPr>
          <p:cNvSpPr>
            <a:spLocks xmlns:a="http://schemas.openxmlformats.org/drawingml/2006/main" noGrp="1"/>
          </p:cNvSpPr>
          <p:nvPr/>
        </p:nvSpPr>
        <p:spPr>
          <a:xfrm xmlns:a="http://schemas.openxmlformats.org/drawingml/2006/main">
            <a:off x="685800" y="1657350"/>
            <a:ext cx="2333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1">
                <a:solidFill>
                  <a:srgbClr val="235A8C"/>
                </a:solidFill>
                <a:latin typeface="Inter"/>
                <a:ea typeface="Inter"/>
                <a:cs typeface="Inter"/>
              </a:defRPr>
            </a:defPPr>
            <a:lvl1pPr algn="l">
              <a:defRPr sz="2025" b="1">
                <a:solidFill>
                  <a:srgbClr val="235A8C"/>
                </a:solidFill>
                <a:latin typeface="Inter"/>
                <a:ea typeface="Inter"/>
                <a:cs typeface="Inter"/>
              </a:defRPr>
            </a:lvl1pPr>
            <a:lvl2pPr algn="l">
              <a:defRPr sz="2025" b="1">
                <a:solidFill>
                  <a:srgbClr val="235A8C"/>
                </a:solidFill>
                <a:latin typeface="Inter"/>
                <a:ea typeface="Inter"/>
                <a:cs typeface="Inter"/>
              </a:defRPr>
            </a:lvl2pPr>
            <a:lvl3pPr algn="l">
              <a:defRPr sz="2025" b="1">
                <a:solidFill>
                  <a:srgbClr val="235A8C"/>
                </a:solidFill>
                <a:latin typeface="Inter"/>
                <a:ea typeface="Inter"/>
                <a:cs typeface="Inter"/>
              </a:defRPr>
            </a:lvl3pPr>
            <a:lvl4pPr algn="l">
              <a:defRPr sz="2025" b="1">
                <a:solidFill>
                  <a:srgbClr val="235A8C"/>
                </a:solidFill>
                <a:latin typeface="Inter"/>
                <a:ea typeface="Inter"/>
                <a:cs typeface="Inter"/>
              </a:defRPr>
            </a:lvl4pPr>
            <a:lvl5pPr algn="l">
              <a:defRPr sz="2025" b="1">
                <a:solidFill>
                  <a:srgbClr val="235A8C"/>
                </a:solidFill>
                <a:latin typeface="Inter"/>
                <a:ea typeface="Inter"/>
                <a:cs typeface="Inter"/>
              </a:defRPr>
            </a:lvl5pPr>
            <a:lvl6pPr algn="l">
              <a:defRPr sz="2025" b="1">
                <a:solidFill>
                  <a:srgbClr val="235A8C"/>
                </a:solidFill>
                <a:latin typeface="Inter"/>
                <a:ea typeface="Inter"/>
                <a:cs typeface="Inter"/>
              </a:defRPr>
            </a:lvl6pPr>
            <a:lvl7pPr algn="l">
              <a:defRPr sz="2025" b="1">
                <a:solidFill>
                  <a:srgbClr val="235A8C"/>
                </a:solidFill>
                <a:latin typeface="Inter"/>
                <a:ea typeface="Inter"/>
                <a:cs typeface="Inter"/>
              </a:defRPr>
            </a:lvl7pPr>
            <a:lvl8pPr algn="l">
              <a:defRPr sz="2025" b="1">
                <a:solidFill>
                  <a:srgbClr val="235A8C"/>
                </a:solidFill>
                <a:latin typeface="Inter"/>
                <a:ea typeface="Inter"/>
                <a:cs typeface="Inter"/>
              </a:defRPr>
            </a:lvl8pPr>
            <a:lvl9pPr algn="l">
              <a:defRPr sz="2025" b="1">
                <a:solidFill>
                  <a:srgbClr val="235A8C"/>
                </a:solidFill>
                <a:latin typeface="Inter"/>
                <a:ea typeface="Inter"/>
                <a:cs typeface="Inter"/>
              </a:defRPr>
            </a:lvl9pPr>
          </a:lstStyle>
          <a:p xmlns:a="http://schemas.openxmlformats.org/drawingml/2006/main">
            <a:pPr algn="l">
              <a:defRPr sz="2025" b="1">
                <a:solidFill>
                  <a:srgbClr val="235A8C"/>
                </a:solidFill>
                <a:latin typeface="Inter"/>
                <a:ea typeface="Inter"/>
                <a:cs typeface="Inter"/>
              </a:defRPr>
            </a:pPr>
            <a:r>
              <a:rPr sz="2025" b="1">
                <a:solidFill>
                  <a:srgbClr val="235A8C"/>
                </a:solidFill>
                <a:latin typeface="Inter"/>
                <a:ea typeface="Inter"/>
                <a:cs typeface="Inter"/>
              </a:rPr>
              <a:t>WORD</a:t>
            </a:r>
          </a:p>
        </p:txBody>
      </p:sp>
      <p:sp>
        <p:nvSpPr>
          <p:cNvPr id="3" name="content-0">
            <a:extLst xmlns:a="http://schemas.openxmlformats.org/drawingml/2006/main">
              <a:ext uri="{FF2B5EF4-FFF2-40B4-BE49-F238E27FC236}">
                <a16:creationId xmlns:a16="http://schemas.microsoft.com/office/drawing/2014/main" id="{F5A36B02-6869-428A-B0D7-152847EA5341}"/>
              </a:ext>
            </a:extLst>
          </p:cNvPr>
          <p:cNvSpPr>
            <a:spLocks xmlns:a="http://schemas.openxmlformats.org/drawingml/2006/main" noGrp="1"/>
          </p:cNvSpPr>
          <p:nvPr/>
        </p:nvSpPr>
        <p:spPr>
          <a:xfrm xmlns:a="http://schemas.openxmlformats.org/drawingml/2006/main">
            <a:off x="3238500" y="1657350"/>
            <a:ext cx="828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00" b="1">
                <a:solidFill>
                  <a:srgbClr val="172B40"/>
                </a:solidFill>
                <a:latin typeface="Inter"/>
                <a:ea typeface="Inter"/>
                <a:cs typeface="Inter"/>
              </a:defRPr>
            </a:defPPr>
            <a:lvl1pPr algn="l">
              <a:defRPr sz="2400" b="1">
                <a:solidFill>
                  <a:srgbClr val="172B40"/>
                </a:solidFill>
                <a:latin typeface="Inter"/>
                <a:ea typeface="Inter"/>
                <a:cs typeface="Inter"/>
              </a:defRPr>
            </a:lvl1pPr>
            <a:lvl2pPr algn="l">
              <a:defRPr sz="2400" b="1">
                <a:solidFill>
                  <a:srgbClr val="172B40"/>
                </a:solidFill>
                <a:latin typeface="Inter"/>
                <a:ea typeface="Inter"/>
                <a:cs typeface="Inter"/>
              </a:defRPr>
            </a:lvl2pPr>
            <a:lvl3pPr algn="l">
              <a:defRPr sz="2400" b="1">
                <a:solidFill>
                  <a:srgbClr val="172B40"/>
                </a:solidFill>
                <a:latin typeface="Inter"/>
                <a:ea typeface="Inter"/>
                <a:cs typeface="Inter"/>
              </a:defRPr>
            </a:lvl3pPr>
            <a:lvl4pPr algn="l">
              <a:defRPr sz="2400" b="1">
                <a:solidFill>
                  <a:srgbClr val="172B40"/>
                </a:solidFill>
                <a:latin typeface="Inter"/>
                <a:ea typeface="Inter"/>
                <a:cs typeface="Inter"/>
              </a:defRPr>
            </a:lvl4pPr>
            <a:lvl5pPr algn="l">
              <a:defRPr sz="2400" b="1">
                <a:solidFill>
                  <a:srgbClr val="172B40"/>
                </a:solidFill>
                <a:latin typeface="Inter"/>
                <a:ea typeface="Inter"/>
                <a:cs typeface="Inter"/>
              </a:defRPr>
            </a:lvl5pPr>
            <a:lvl6pPr algn="l">
              <a:defRPr sz="2400" b="1">
                <a:solidFill>
                  <a:srgbClr val="172B40"/>
                </a:solidFill>
                <a:latin typeface="Inter"/>
                <a:ea typeface="Inter"/>
                <a:cs typeface="Inter"/>
              </a:defRPr>
            </a:lvl6pPr>
            <a:lvl7pPr algn="l">
              <a:defRPr sz="2400" b="1">
                <a:solidFill>
                  <a:srgbClr val="172B40"/>
                </a:solidFill>
                <a:latin typeface="Inter"/>
                <a:ea typeface="Inter"/>
                <a:cs typeface="Inter"/>
              </a:defRPr>
            </a:lvl7pPr>
            <a:lvl8pPr algn="l">
              <a:defRPr sz="2400" b="1">
                <a:solidFill>
                  <a:srgbClr val="172B40"/>
                </a:solidFill>
                <a:latin typeface="Inter"/>
                <a:ea typeface="Inter"/>
                <a:cs typeface="Inter"/>
              </a:defRPr>
            </a:lvl8pPr>
            <a:lvl9pPr algn="l">
              <a:defRPr sz="2400" b="1">
                <a:solidFill>
                  <a:srgbClr val="172B40"/>
                </a:solidFill>
                <a:latin typeface="Inter"/>
                <a:ea typeface="Inter"/>
                <a:cs typeface="Inter"/>
              </a:defRPr>
            </a:lvl9pPr>
          </a:lstStyle>
          <a:p xmlns:a="http://schemas.openxmlformats.org/drawingml/2006/main">
            <a:pPr algn="l">
              <a:defRPr sz="2400" b="1">
                <a:solidFill>
                  <a:srgbClr val="172B40"/>
                </a:solidFill>
                <a:latin typeface="Inter"/>
                <a:ea typeface="Inter"/>
                <a:cs typeface="Inter"/>
              </a:defRPr>
            </a:pPr>
            <a:r>
              <a:rPr sz="2400" b="1">
                <a:solidFill>
                  <a:srgbClr val="172B40"/>
                </a:solidFill>
                <a:latin typeface="Inter"/>
                <a:ea typeface="Inter"/>
                <a:cs typeface="Inter"/>
              </a:rPr>
              <a:t>Heading và Navigation Pane</a:t>
            </a:r>
          </a:p>
        </p:txBody>
      </p:sp>
      <p:sp>
        <p:nvSpPr>
          <p:cNvPr id="4" name="usage-0">
            <a:extLst xmlns:a="http://schemas.openxmlformats.org/drawingml/2006/main">
              <a:ext uri="{FF2B5EF4-FFF2-40B4-BE49-F238E27FC236}">
                <a16:creationId xmlns:a16="http://schemas.microsoft.com/office/drawing/2014/main" id="{F833A48A-779C-4D2E-9462-75201DDB4BA0}"/>
              </a:ext>
            </a:extLst>
          </p:cNvPr>
          <p:cNvSpPr>
            <a:spLocks xmlns:a="http://schemas.openxmlformats.org/drawingml/2006/main" noGrp="1"/>
          </p:cNvSpPr>
          <p:nvPr/>
        </p:nvSpPr>
        <p:spPr>
          <a:xfrm xmlns:a="http://schemas.openxmlformats.org/drawingml/2006/main">
            <a:off x="3238500" y="2209800"/>
            <a:ext cx="828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516475"/>
                </a:solidFill>
                <a:latin typeface="Inter"/>
                <a:ea typeface="Inter"/>
                <a:cs typeface="Inter"/>
              </a:defRPr>
            </a:defPPr>
            <a:lvl1pPr algn="l">
              <a:defRPr sz="2025" b="0">
                <a:solidFill>
                  <a:srgbClr val="516475"/>
                </a:solidFill>
                <a:latin typeface="Inter"/>
                <a:ea typeface="Inter"/>
                <a:cs typeface="Inter"/>
              </a:defRPr>
            </a:lvl1pPr>
            <a:lvl2pPr algn="l">
              <a:defRPr sz="2025" b="0">
                <a:solidFill>
                  <a:srgbClr val="516475"/>
                </a:solidFill>
                <a:latin typeface="Inter"/>
                <a:ea typeface="Inter"/>
                <a:cs typeface="Inter"/>
              </a:defRPr>
            </a:lvl2pPr>
            <a:lvl3pPr algn="l">
              <a:defRPr sz="2025" b="0">
                <a:solidFill>
                  <a:srgbClr val="516475"/>
                </a:solidFill>
                <a:latin typeface="Inter"/>
                <a:ea typeface="Inter"/>
                <a:cs typeface="Inter"/>
              </a:defRPr>
            </a:lvl3pPr>
            <a:lvl4pPr algn="l">
              <a:defRPr sz="2025" b="0">
                <a:solidFill>
                  <a:srgbClr val="516475"/>
                </a:solidFill>
                <a:latin typeface="Inter"/>
                <a:ea typeface="Inter"/>
                <a:cs typeface="Inter"/>
              </a:defRPr>
            </a:lvl4pPr>
            <a:lvl5pPr algn="l">
              <a:defRPr sz="2025" b="0">
                <a:solidFill>
                  <a:srgbClr val="516475"/>
                </a:solidFill>
                <a:latin typeface="Inter"/>
                <a:ea typeface="Inter"/>
                <a:cs typeface="Inter"/>
              </a:defRPr>
            </a:lvl5pPr>
            <a:lvl6pPr algn="l">
              <a:defRPr sz="2025" b="0">
                <a:solidFill>
                  <a:srgbClr val="516475"/>
                </a:solidFill>
                <a:latin typeface="Inter"/>
                <a:ea typeface="Inter"/>
                <a:cs typeface="Inter"/>
              </a:defRPr>
            </a:lvl6pPr>
            <a:lvl7pPr algn="l">
              <a:defRPr sz="2025" b="0">
                <a:solidFill>
                  <a:srgbClr val="516475"/>
                </a:solidFill>
                <a:latin typeface="Inter"/>
                <a:ea typeface="Inter"/>
                <a:cs typeface="Inter"/>
              </a:defRPr>
            </a:lvl7pPr>
            <a:lvl8pPr algn="l">
              <a:defRPr sz="2025" b="0">
                <a:solidFill>
                  <a:srgbClr val="516475"/>
                </a:solidFill>
                <a:latin typeface="Inter"/>
                <a:ea typeface="Inter"/>
                <a:cs typeface="Inter"/>
              </a:defRPr>
            </a:lvl8pPr>
            <a:lvl9pPr algn="l">
              <a:defRPr sz="2025" b="0">
                <a:solidFill>
                  <a:srgbClr val="516475"/>
                </a:solidFill>
                <a:latin typeface="Inter"/>
                <a:ea typeface="Inter"/>
                <a:cs typeface="Inter"/>
              </a:defRPr>
            </a:lvl9pPr>
          </a:lstStyle>
          <a:p xmlns:a="http://schemas.openxmlformats.org/drawingml/2006/main">
            <a:pPr algn="l">
              <a:defRPr sz="2025" b="0">
                <a:solidFill>
                  <a:srgbClr val="516475"/>
                </a:solidFill>
                <a:latin typeface="Inter"/>
                <a:ea typeface="Inter"/>
                <a:cs typeface="Inter"/>
              </a:defRPr>
            </a:pPr>
            <a:r>
              <a:rPr sz="2025" b="0">
                <a:solidFill>
                  <a:srgbClr val="516475"/>
                </a:solidFill>
                <a:latin typeface="Inter"/>
                <a:ea typeface="Inter"/>
                <a:cs typeface="Inter"/>
              </a:rPr>
              <a:t>Ctrl+A, F9, chọn Update entire table</a:t>
            </a:r>
          </a:p>
        </p:txBody>
      </p:sp>
      <p:sp>
        <p:nvSpPr>
          <p:cNvPr id="5" name="kind-1">
            <a:extLst xmlns:a="http://schemas.openxmlformats.org/drawingml/2006/main">
              <a:ext uri="{FF2B5EF4-FFF2-40B4-BE49-F238E27FC236}">
                <a16:creationId xmlns:a16="http://schemas.microsoft.com/office/drawing/2014/main" id="{38D023F0-7C54-41BC-ADE7-151FB5DA7186}"/>
              </a:ext>
            </a:extLst>
          </p:cNvPr>
          <p:cNvSpPr>
            <a:spLocks xmlns:a="http://schemas.openxmlformats.org/drawingml/2006/main" noGrp="1"/>
          </p:cNvSpPr>
          <p:nvPr/>
        </p:nvSpPr>
        <p:spPr>
          <a:xfrm xmlns:a="http://schemas.openxmlformats.org/drawingml/2006/main">
            <a:off x="685800" y="3038475"/>
            <a:ext cx="2333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1">
                <a:solidFill>
                  <a:srgbClr val="235A8C"/>
                </a:solidFill>
                <a:latin typeface="Inter"/>
                <a:ea typeface="Inter"/>
                <a:cs typeface="Inter"/>
              </a:defRPr>
            </a:defPPr>
            <a:lvl1pPr algn="l">
              <a:defRPr sz="2025" b="1">
                <a:solidFill>
                  <a:srgbClr val="235A8C"/>
                </a:solidFill>
                <a:latin typeface="Inter"/>
                <a:ea typeface="Inter"/>
                <a:cs typeface="Inter"/>
              </a:defRPr>
            </a:lvl1pPr>
            <a:lvl2pPr algn="l">
              <a:defRPr sz="2025" b="1">
                <a:solidFill>
                  <a:srgbClr val="235A8C"/>
                </a:solidFill>
                <a:latin typeface="Inter"/>
                <a:ea typeface="Inter"/>
                <a:cs typeface="Inter"/>
              </a:defRPr>
            </a:lvl2pPr>
            <a:lvl3pPr algn="l">
              <a:defRPr sz="2025" b="1">
                <a:solidFill>
                  <a:srgbClr val="235A8C"/>
                </a:solidFill>
                <a:latin typeface="Inter"/>
                <a:ea typeface="Inter"/>
                <a:cs typeface="Inter"/>
              </a:defRPr>
            </a:lvl3pPr>
            <a:lvl4pPr algn="l">
              <a:defRPr sz="2025" b="1">
                <a:solidFill>
                  <a:srgbClr val="235A8C"/>
                </a:solidFill>
                <a:latin typeface="Inter"/>
                <a:ea typeface="Inter"/>
                <a:cs typeface="Inter"/>
              </a:defRPr>
            </a:lvl4pPr>
            <a:lvl5pPr algn="l">
              <a:defRPr sz="2025" b="1">
                <a:solidFill>
                  <a:srgbClr val="235A8C"/>
                </a:solidFill>
                <a:latin typeface="Inter"/>
                <a:ea typeface="Inter"/>
                <a:cs typeface="Inter"/>
              </a:defRPr>
            </a:lvl5pPr>
            <a:lvl6pPr algn="l">
              <a:defRPr sz="2025" b="1">
                <a:solidFill>
                  <a:srgbClr val="235A8C"/>
                </a:solidFill>
                <a:latin typeface="Inter"/>
                <a:ea typeface="Inter"/>
                <a:cs typeface="Inter"/>
              </a:defRPr>
            </a:lvl6pPr>
            <a:lvl7pPr algn="l">
              <a:defRPr sz="2025" b="1">
                <a:solidFill>
                  <a:srgbClr val="235A8C"/>
                </a:solidFill>
                <a:latin typeface="Inter"/>
                <a:ea typeface="Inter"/>
                <a:cs typeface="Inter"/>
              </a:defRPr>
            </a:lvl7pPr>
            <a:lvl8pPr algn="l">
              <a:defRPr sz="2025" b="1">
                <a:solidFill>
                  <a:srgbClr val="235A8C"/>
                </a:solidFill>
                <a:latin typeface="Inter"/>
                <a:ea typeface="Inter"/>
                <a:cs typeface="Inter"/>
              </a:defRPr>
            </a:lvl8pPr>
            <a:lvl9pPr algn="l">
              <a:defRPr sz="2025" b="1">
                <a:solidFill>
                  <a:srgbClr val="235A8C"/>
                </a:solidFill>
                <a:latin typeface="Inter"/>
                <a:ea typeface="Inter"/>
                <a:cs typeface="Inter"/>
              </a:defRPr>
            </a:lvl9pPr>
          </a:lstStyle>
          <a:p xmlns:a="http://schemas.openxmlformats.org/drawingml/2006/main">
            <a:pPr algn="l">
              <a:defRPr sz="2025" b="1">
                <a:solidFill>
                  <a:srgbClr val="235A8C"/>
                </a:solidFill>
                <a:latin typeface="Inter"/>
                <a:ea typeface="Inter"/>
                <a:cs typeface="Inter"/>
              </a:defRPr>
            </a:pPr>
            <a:r>
              <a:rPr sz="2025" b="1">
                <a:solidFill>
                  <a:srgbClr val="235A8C"/>
                </a:solidFill>
                <a:latin typeface="Inter"/>
                <a:ea typeface="Inter"/>
                <a:cs typeface="Inter"/>
              </a:rPr>
              <a:t>EXCEL</a:t>
            </a:r>
          </a:p>
        </p:txBody>
      </p:sp>
      <p:sp>
        <p:nvSpPr>
          <p:cNvPr id="6" name="content-1">
            <a:extLst xmlns:a="http://schemas.openxmlformats.org/drawingml/2006/main">
              <a:ext uri="{FF2B5EF4-FFF2-40B4-BE49-F238E27FC236}">
                <a16:creationId xmlns:a16="http://schemas.microsoft.com/office/drawing/2014/main" id="{77C2C5C3-C98A-44D6-AB9B-E9BC46505873}"/>
              </a:ext>
            </a:extLst>
          </p:cNvPr>
          <p:cNvSpPr>
            <a:spLocks xmlns:a="http://schemas.openxmlformats.org/drawingml/2006/main" noGrp="1"/>
          </p:cNvSpPr>
          <p:nvPr/>
        </p:nvSpPr>
        <p:spPr>
          <a:xfrm xmlns:a="http://schemas.openxmlformats.org/drawingml/2006/main">
            <a:off x="3238500" y="3038475"/>
            <a:ext cx="828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00" b="1">
                <a:solidFill>
                  <a:srgbClr val="172B40"/>
                </a:solidFill>
                <a:latin typeface="Inter"/>
                <a:ea typeface="Inter"/>
                <a:cs typeface="Inter"/>
              </a:defRPr>
            </a:defPPr>
            <a:lvl1pPr algn="l">
              <a:defRPr sz="2400" b="1">
                <a:solidFill>
                  <a:srgbClr val="172B40"/>
                </a:solidFill>
                <a:latin typeface="Inter"/>
                <a:ea typeface="Inter"/>
                <a:cs typeface="Inter"/>
              </a:defRPr>
            </a:lvl1pPr>
            <a:lvl2pPr algn="l">
              <a:defRPr sz="2400" b="1">
                <a:solidFill>
                  <a:srgbClr val="172B40"/>
                </a:solidFill>
                <a:latin typeface="Inter"/>
                <a:ea typeface="Inter"/>
                <a:cs typeface="Inter"/>
              </a:defRPr>
            </a:lvl2pPr>
            <a:lvl3pPr algn="l">
              <a:defRPr sz="2400" b="1">
                <a:solidFill>
                  <a:srgbClr val="172B40"/>
                </a:solidFill>
                <a:latin typeface="Inter"/>
                <a:ea typeface="Inter"/>
                <a:cs typeface="Inter"/>
              </a:defRPr>
            </a:lvl3pPr>
            <a:lvl4pPr algn="l">
              <a:defRPr sz="2400" b="1">
                <a:solidFill>
                  <a:srgbClr val="172B40"/>
                </a:solidFill>
                <a:latin typeface="Inter"/>
                <a:ea typeface="Inter"/>
                <a:cs typeface="Inter"/>
              </a:defRPr>
            </a:lvl4pPr>
            <a:lvl5pPr algn="l">
              <a:defRPr sz="2400" b="1">
                <a:solidFill>
                  <a:srgbClr val="172B40"/>
                </a:solidFill>
                <a:latin typeface="Inter"/>
                <a:ea typeface="Inter"/>
                <a:cs typeface="Inter"/>
              </a:defRPr>
            </a:lvl5pPr>
            <a:lvl6pPr algn="l">
              <a:defRPr sz="2400" b="1">
                <a:solidFill>
                  <a:srgbClr val="172B40"/>
                </a:solidFill>
                <a:latin typeface="Inter"/>
                <a:ea typeface="Inter"/>
                <a:cs typeface="Inter"/>
              </a:defRPr>
            </a:lvl6pPr>
            <a:lvl7pPr algn="l">
              <a:defRPr sz="2400" b="1">
                <a:solidFill>
                  <a:srgbClr val="172B40"/>
                </a:solidFill>
                <a:latin typeface="Inter"/>
                <a:ea typeface="Inter"/>
                <a:cs typeface="Inter"/>
              </a:defRPr>
            </a:lvl7pPr>
            <a:lvl8pPr algn="l">
              <a:defRPr sz="2400" b="1">
                <a:solidFill>
                  <a:srgbClr val="172B40"/>
                </a:solidFill>
                <a:latin typeface="Inter"/>
                <a:ea typeface="Inter"/>
                <a:cs typeface="Inter"/>
              </a:defRPr>
            </a:lvl8pPr>
            <a:lvl9pPr algn="l">
              <a:defRPr sz="2400" b="1">
                <a:solidFill>
                  <a:srgbClr val="172B40"/>
                </a:solidFill>
                <a:latin typeface="Inter"/>
                <a:ea typeface="Inter"/>
                <a:cs typeface="Inter"/>
              </a:defRPr>
            </a:lvl9pPr>
          </a:lstStyle>
          <a:p xmlns:a="http://schemas.openxmlformats.org/drawingml/2006/main">
            <a:pPr algn="l">
              <a:defRPr sz="2400" b="1">
                <a:solidFill>
                  <a:srgbClr val="172B40"/>
                </a:solidFill>
                <a:latin typeface="Inter"/>
                <a:ea typeface="Inter"/>
                <a:cs typeface="Inter"/>
              </a:defRPr>
            </a:pPr>
            <a:r>
              <a:rPr sz="2400" b="1">
                <a:solidFill>
                  <a:srgbClr val="172B40"/>
                </a:solidFill>
                <a:latin typeface="Inter"/>
                <a:ea typeface="Inter"/>
                <a:cs typeface="Inter"/>
              </a:rPr>
              <a:t>Table và AutoFilter</a:t>
            </a:r>
          </a:p>
        </p:txBody>
      </p:sp>
      <p:sp>
        <p:nvSpPr>
          <p:cNvPr id="7" name="usage-1">
            <a:extLst xmlns:a="http://schemas.openxmlformats.org/drawingml/2006/main">
              <a:ext uri="{FF2B5EF4-FFF2-40B4-BE49-F238E27FC236}">
                <a16:creationId xmlns:a16="http://schemas.microsoft.com/office/drawing/2014/main" id="{50495FD0-EB51-429E-8B67-3DA0346D0516}"/>
              </a:ext>
            </a:extLst>
          </p:cNvPr>
          <p:cNvSpPr>
            <a:spLocks xmlns:a="http://schemas.openxmlformats.org/drawingml/2006/main" noGrp="1"/>
          </p:cNvSpPr>
          <p:nvPr/>
        </p:nvSpPr>
        <p:spPr>
          <a:xfrm xmlns:a="http://schemas.openxmlformats.org/drawingml/2006/main">
            <a:off x="3238500" y="3590925"/>
            <a:ext cx="828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516475"/>
                </a:solidFill>
                <a:latin typeface="Inter"/>
                <a:ea typeface="Inter"/>
                <a:cs typeface="Inter"/>
              </a:defRPr>
            </a:defPPr>
            <a:lvl1pPr algn="l">
              <a:defRPr sz="2025" b="0">
                <a:solidFill>
                  <a:srgbClr val="516475"/>
                </a:solidFill>
                <a:latin typeface="Inter"/>
                <a:ea typeface="Inter"/>
                <a:cs typeface="Inter"/>
              </a:defRPr>
            </a:lvl1pPr>
            <a:lvl2pPr algn="l">
              <a:defRPr sz="2025" b="0">
                <a:solidFill>
                  <a:srgbClr val="516475"/>
                </a:solidFill>
                <a:latin typeface="Inter"/>
                <a:ea typeface="Inter"/>
                <a:cs typeface="Inter"/>
              </a:defRPr>
            </a:lvl2pPr>
            <a:lvl3pPr algn="l">
              <a:defRPr sz="2025" b="0">
                <a:solidFill>
                  <a:srgbClr val="516475"/>
                </a:solidFill>
                <a:latin typeface="Inter"/>
                <a:ea typeface="Inter"/>
                <a:cs typeface="Inter"/>
              </a:defRPr>
            </a:lvl3pPr>
            <a:lvl4pPr algn="l">
              <a:defRPr sz="2025" b="0">
                <a:solidFill>
                  <a:srgbClr val="516475"/>
                </a:solidFill>
                <a:latin typeface="Inter"/>
                <a:ea typeface="Inter"/>
                <a:cs typeface="Inter"/>
              </a:defRPr>
            </a:lvl4pPr>
            <a:lvl5pPr algn="l">
              <a:defRPr sz="2025" b="0">
                <a:solidFill>
                  <a:srgbClr val="516475"/>
                </a:solidFill>
                <a:latin typeface="Inter"/>
                <a:ea typeface="Inter"/>
                <a:cs typeface="Inter"/>
              </a:defRPr>
            </a:lvl5pPr>
            <a:lvl6pPr algn="l">
              <a:defRPr sz="2025" b="0">
                <a:solidFill>
                  <a:srgbClr val="516475"/>
                </a:solidFill>
                <a:latin typeface="Inter"/>
                <a:ea typeface="Inter"/>
                <a:cs typeface="Inter"/>
              </a:defRPr>
            </a:lvl6pPr>
            <a:lvl7pPr algn="l">
              <a:defRPr sz="2025" b="0">
                <a:solidFill>
                  <a:srgbClr val="516475"/>
                </a:solidFill>
                <a:latin typeface="Inter"/>
                <a:ea typeface="Inter"/>
                <a:cs typeface="Inter"/>
              </a:defRPr>
            </a:lvl7pPr>
            <a:lvl8pPr algn="l">
              <a:defRPr sz="2025" b="0">
                <a:solidFill>
                  <a:srgbClr val="516475"/>
                </a:solidFill>
                <a:latin typeface="Inter"/>
                <a:ea typeface="Inter"/>
                <a:cs typeface="Inter"/>
              </a:defRPr>
            </a:lvl8pPr>
            <a:lvl9pPr algn="l">
              <a:defRPr sz="2025" b="0">
                <a:solidFill>
                  <a:srgbClr val="516475"/>
                </a:solidFill>
                <a:latin typeface="Inter"/>
                <a:ea typeface="Inter"/>
                <a:cs typeface="Inter"/>
              </a:defRPr>
            </a:lvl9pPr>
          </a:lstStyle>
          <a:p xmlns:a="http://schemas.openxmlformats.org/drawingml/2006/main">
            <a:pPr algn="l">
              <a:defRPr sz="2025" b="0">
                <a:solidFill>
                  <a:srgbClr val="516475"/>
                </a:solidFill>
                <a:latin typeface="Inter"/>
                <a:ea typeface="Inter"/>
                <a:cs typeface="Inter"/>
              </a:defRPr>
            </a:pPr>
            <a:r>
              <a:rPr sz="2025" b="0">
                <a:solidFill>
                  <a:srgbClr val="516475"/>
                </a:solidFill>
                <a:latin typeface="Inter"/>
                <a:ea typeface="Inter"/>
                <a:cs typeface="Inter"/>
              </a:rPr>
              <a:t>Lọc Cao + Điều tra sẽ còn 9 cảnh báo</a:t>
            </a:r>
          </a:p>
        </p:txBody>
      </p:sp>
      <p:sp>
        <p:nvSpPr>
          <p:cNvPr id="8" name="kind-2">
            <a:extLst xmlns:a="http://schemas.openxmlformats.org/drawingml/2006/main">
              <a:ext uri="{FF2B5EF4-FFF2-40B4-BE49-F238E27FC236}">
                <a16:creationId xmlns:a16="http://schemas.microsoft.com/office/drawing/2014/main" id="{4C769D9A-13A9-4AB4-9B12-59C360063864}"/>
              </a:ext>
            </a:extLst>
          </p:cNvPr>
          <p:cNvSpPr>
            <a:spLocks xmlns:a="http://schemas.openxmlformats.org/drawingml/2006/main" noGrp="1"/>
          </p:cNvSpPr>
          <p:nvPr/>
        </p:nvSpPr>
        <p:spPr>
          <a:xfrm xmlns:a="http://schemas.openxmlformats.org/drawingml/2006/main">
            <a:off x="685800" y="4419600"/>
            <a:ext cx="233362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1">
                <a:solidFill>
                  <a:srgbClr val="235A8C"/>
                </a:solidFill>
                <a:latin typeface="Inter"/>
                <a:ea typeface="Inter"/>
                <a:cs typeface="Inter"/>
              </a:defRPr>
            </a:defPPr>
            <a:lvl1pPr algn="l">
              <a:defRPr sz="2025" b="1">
                <a:solidFill>
                  <a:srgbClr val="235A8C"/>
                </a:solidFill>
                <a:latin typeface="Inter"/>
                <a:ea typeface="Inter"/>
                <a:cs typeface="Inter"/>
              </a:defRPr>
            </a:lvl1pPr>
            <a:lvl2pPr algn="l">
              <a:defRPr sz="2025" b="1">
                <a:solidFill>
                  <a:srgbClr val="235A8C"/>
                </a:solidFill>
                <a:latin typeface="Inter"/>
                <a:ea typeface="Inter"/>
                <a:cs typeface="Inter"/>
              </a:defRPr>
            </a:lvl2pPr>
            <a:lvl3pPr algn="l">
              <a:defRPr sz="2025" b="1">
                <a:solidFill>
                  <a:srgbClr val="235A8C"/>
                </a:solidFill>
                <a:latin typeface="Inter"/>
                <a:ea typeface="Inter"/>
                <a:cs typeface="Inter"/>
              </a:defRPr>
            </a:lvl3pPr>
            <a:lvl4pPr algn="l">
              <a:defRPr sz="2025" b="1">
                <a:solidFill>
                  <a:srgbClr val="235A8C"/>
                </a:solidFill>
                <a:latin typeface="Inter"/>
                <a:ea typeface="Inter"/>
                <a:cs typeface="Inter"/>
              </a:defRPr>
            </a:lvl4pPr>
            <a:lvl5pPr algn="l">
              <a:defRPr sz="2025" b="1">
                <a:solidFill>
                  <a:srgbClr val="235A8C"/>
                </a:solidFill>
                <a:latin typeface="Inter"/>
                <a:ea typeface="Inter"/>
                <a:cs typeface="Inter"/>
              </a:defRPr>
            </a:lvl5pPr>
            <a:lvl6pPr algn="l">
              <a:defRPr sz="2025" b="1">
                <a:solidFill>
                  <a:srgbClr val="235A8C"/>
                </a:solidFill>
                <a:latin typeface="Inter"/>
                <a:ea typeface="Inter"/>
                <a:cs typeface="Inter"/>
              </a:defRPr>
            </a:lvl6pPr>
            <a:lvl7pPr algn="l">
              <a:defRPr sz="2025" b="1">
                <a:solidFill>
                  <a:srgbClr val="235A8C"/>
                </a:solidFill>
                <a:latin typeface="Inter"/>
                <a:ea typeface="Inter"/>
                <a:cs typeface="Inter"/>
              </a:defRPr>
            </a:lvl7pPr>
            <a:lvl8pPr algn="l">
              <a:defRPr sz="2025" b="1">
                <a:solidFill>
                  <a:srgbClr val="235A8C"/>
                </a:solidFill>
                <a:latin typeface="Inter"/>
                <a:ea typeface="Inter"/>
                <a:cs typeface="Inter"/>
              </a:defRPr>
            </a:lvl8pPr>
            <a:lvl9pPr algn="l">
              <a:defRPr sz="2025" b="1">
                <a:solidFill>
                  <a:srgbClr val="235A8C"/>
                </a:solidFill>
                <a:latin typeface="Inter"/>
                <a:ea typeface="Inter"/>
                <a:cs typeface="Inter"/>
              </a:defRPr>
            </a:lvl9pPr>
          </a:lstStyle>
          <a:p xmlns:a="http://schemas.openxmlformats.org/drawingml/2006/main">
            <a:pPr algn="l">
              <a:defRPr sz="2025" b="1">
                <a:solidFill>
                  <a:srgbClr val="235A8C"/>
                </a:solidFill>
                <a:latin typeface="Inter"/>
                <a:ea typeface="Inter"/>
                <a:cs typeface="Inter"/>
              </a:defRPr>
            </a:pPr>
            <a:r>
              <a:rPr sz="2025" b="1">
                <a:solidFill>
                  <a:srgbClr val="235A8C"/>
                </a:solidFill>
                <a:latin typeface="Inter"/>
                <a:ea typeface="Inter"/>
                <a:cs typeface="Inter"/>
              </a:rPr>
              <a:t>POWERPOINT</a:t>
            </a:r>
          </a:p>
        </p:txBody>
      </p:sp>
      <p:sp>
        <p:nvSpPr>
          <p:cNvPr id="9" name="content-2">
            <a:extLst xmlns:a="http://schemas.openxmlformats.org/drawingml/2006/main">
              <a:ext uri="{FF2B5EF4-FFF2-40B4-BE49-F238E27FC236}">
                <a16:creationId xmlns:a16="http://schemas.microsoft.com/office/drawing/2014/main" id="{2DB5713C-2923-433C-B780-C47A55774473}"/>
              </a:ext>
            </a:extLst>
          </p:cNvPr>
          <p:cNvSpPr>
            <a:spLocks xmlns:a="http://schemas.openxmlformats.org/drawingml/2006/main" noGrp="1"/>
          </p:cNvSpPr>
          <p:nvPr/>
        </p:nvSpPr>
        <p:spPr>
          <a:xfrm xmlns:a="http://schemas.openxmlformats.org/drawingml/2006/main">
            <a:off x="3238500" y="4419600"/>
            <a:ext cx="8286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00" b="1">
                <a:solidFill>
                  <a:srgbClr val="172B40"/>
                </a:solidFill>
                <a:latin typeface="Inter"/>
                <a:ea typeface="Inter"/>
                <a:cs typeface="Inter"/>
              </a:defRPr>
            </a:defPPr>
            <a:lvl1pPr algn="l">
              <a:defRPr sz="2400" b="1">
                <a:solidFill>
                  <a:srgbClr val="172B40"/>
                </a:solidFill>
                <a:latin typeface="Inter"/>
                <a:ea typeface="Inter"/>
                <a:cs typeface="Inter"/>
              </a:defRPr>
            </a:lvl1pPr>
            <a:lvl2pPr algn="l">
              <a:defRPr sz="2400" b="1">
                <a:solidFill>
                  <a:srgbClr val="172B40"/>
                </a:solidFill>
                <a:latin typeface="Inter"/>
                <a:ea typeface="Inter"/>
                <a:cs typeface="Inter"/>
              </a:defRPr>
            </a:lvl2pPr>
            <a:lvl3pPr algn="l">
              <a:defRPr sz="2400" b="1">
                <a:solidFill>
                  <a:srgbClr val="172B40"/>
                </a:solidFill>
                <a:latin typeface="Inter"/>
                <a:ea typeface="Inter"/>
                <a:cs typeface="Inter"/>
              </a:defRPr>
            </a:lvl3pPr>
            <a:lvl4pPr algn="l">
              <a:defRPr sz="2400" b="1">
                <a:solidFill>
                  <a:srgbClr val="172B40"/>
                </a:solidFill>
                <a:latin typeface="Inter"/>
                <a:ea typeface="Inter"/>
                <a:cs typeface="Inter"/>
              </a:defRPr>
            </a:lvl4pPr>
            <a:lvl5pPr algn="l">
              <a:defRPr sz="2400" b="1">
                <a:solidFill>
                  <a:srgbClr val="172B40"/>
                </a:solidFill>
                <a:latin typeface="Inter"/>
                <a:ea typeface="Inter"/>
                <a:cs typeface="Inter"/>
              </a:defRPr>
            </a:lvl5pPr>
            <a:lvl6pPr algn="l">
              <a:defRPr sz="2400" b="1">
                <a:solidFill>
                  <a:srgbClr val="172B40"/>
                </a:solidFill>
                <a:latin typeface="Inter"/>
                <a:ea typeface="Inter"/>
                <a:cs typeface="Inter"/>
              </a:defRPr>
            </a:lvl6pPr>
            <a:lvl7pPr algn="l">
              <a:defRPr sz="2400" b="1">
                <a:solidFill>
                  <a:srgbClr val="172B40"/>
                </a:solidFill>
                <a:latin typeface="Inter"/>
                <a:ea typeface="Inter"/>
                <a:cs typeface="Inter"/>
              </a:defRPr>
            </a:lvl7pPr>
            <a:lvl8pPr algn="l">
              <a:defRPr sz="2400" b="1">
                <a:solidFill>
                  <a:srgbClr val="172B40"/>
                </a:solidFill>
                <a:latin typeface="Inter"/>
                <a:ea typeface="Inter"/>
                <a:cs typeface="Inter"/>
              </a:defRPr>
            </a:lvl8pPr>
            <a:lvl9pPr algn="l">
              <a:defRPr sz="2400" b="1">
                <a:solidFill>
                  <a:srgbClr val="172B40"/>
                </a:solidFill>
                <a:latin typeface="Inter"/>
                <a:ea typeface="Inter"/>
                <a:cs typeface="Inter"/>
              </a:defRPr>
            </a:lvl9pPr>
          </a:lstStyle>
          <a:p xmlns:a="http://schemas.openxmlformats.org/drawingml/2006/main">
            <a:pPr algn="l">
              <a:defRPr sz="2400" b="1">
                <a:solidFill>
                  <a:srgbClr val="172B40"/>
                </a:solidFill>
                <a:latin typeface="Inter"/>
                <a:ea typeface="Inter"/>
                <a:cs typeface="Inter"/>
              </a:defRPr>
            </a:pPr>
            <a:r>
              <a:rPr sz="2400" b="1">
                <a:solidFill>
                  <a:srgbClr val="172B40"/>
                </a:solidFill>
                <a:latin typeface="Inter"/>
                <a:ea typeface="Inter"/>
                <a:cs typeface="Inter"/>
              </a:rPr>
              <a:t>Sơ đồ ba tầng chỉnh sửa được</a:t>
            </a:r>
          </a:p>
        </p:txBody>
      </p:sp>
      <p:sp>
        <p:nvSpPr>
          <p:cNvPr id="10" name="usage-2">
            <a:extLst xmlns:a="http://schemas.openxmlformats.org/drawingml/2006/main">
              <a:ext uri="{FF2B5EF4-FFF2-40B4-BE49-F238E27FC236}">
                <a16:creationId xmlns:a16="http://schemas.microsoft.com/office/drawing/2014/main" id="{973ED351-C1CA-42D0-82B2-6D30C088C22F}"/>
              </a:ext>
            </a:extLst>
          </p:cNvPr>
          <p:cNvSpPr>
            <a:spLocks xmlns:a="http://schemas.openxmlformats.org/drawingml/2006/main" noGrp="1"/>
          </p:cNvSpPr>
          <p:nvPr/>
        </p:nvSpPr>
        <p:spPr>
          <a:xfrm xmlns:a="http://schemas.openxmlformats.org/drawingml/2006/main">
            <a:off x="3238500" y="4972050"/>
            <a:ext cx="828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516475"/>
                </a:solidFill>
                <a:latin typeface="Inter"/>
                <a:ea typeface="Inter"/>
                <a:cs typeface="Inter"/>
              </a:defRPr>
            </a:defPPr>
            <a:lvl1pPr algn="l">
              <a:defRPr sz="2025" b="0">
                <a:solidFill>
                  <a:srgbClr val="516475"/>
                </a:solidFill>
                <a:latin typeface="Inter"/>
                <a:ea typeface="Inter"/>
                <a:cs typeface="Inter"/>
              </a:defRPr>
            </a:lvl1pPr>
            <a:lvl2pPr algn="l">
              <a:defRPr sz="2025" b="0">
                <a:solidFill>
                  <a:srgbClr val="516475"/>
                </a:solidFill>
                <a:latin typeface="Inter"/>
                <a:ea typeface="Inter"/>
                <a:cs typeface="Inter"/>
              </a:defRPr>
            </a:lvl2pPr>
            <a:lvl3pPr algn="l">
              <a:defRPr sz="2025" b="0">
                <a:solidFill>
                  <a:srgbClr val="516475"/>
                </a:solidFill>
                <a:latin typeface="Inter"/>
                <a:ea typeface="Inter"/>
                <a:cs typeface="Inter"/>
              </a:defRPr>
            </a:lvl3pPr>
            <a:lvl4pPr algn="l">
              <a:defRPr sz="2025" b="0">
                <a:solidFill>
                  <a:srgbClr val="516475"/>
                </a:solidFill>
                <a:latin typeface="Inter"/>
                <a:ea typeface="Inter"/>
                <a:cs typeface="Inter"/>
              </a:defRPr>
            </a:lvl4pPr>
            <a:lvl5pPr algn="l">
              <a:defRPr sz="2025" b="0">
                <a:solidFill>
                  <a:srgbClr val="516475"/>
                </a:solidFill>
                <a:latin typeface="Inter"/>
                <a:ea typeface="Inter"/>
                <a:cs typeface="Inter"/>
              </a:defRPr>
            </a:lvl5pPr>
            <a:lvl6pPr algn="l">
              <a:defRPr sz="2025" b="0">
                <a:solidFill>
                  <a:srgbClr val="516475"/>
                </a:solidFill>
                <a:latin typeface="Inter"/>
                <a:ea typeface="Inter"/>
                <a:cs typeface="Inter"/>
              </a:defRPr>
            </a:lvl6pPr>
            <a:lvl7pPr algn="l">
              <a:defRPr sz="2025" b="0">
                <a:solidFill>
                  <a:srgbClr val="516475"/>
                </a:solidFill>
                <a:latin typeface="Inter"/>
                <a:ea typeface="Inter"/>
                <a:cs typeface="Inter"/>
              </a:defRPr>
            </a:lvl7pPr>
            <a:lvl8pPr algn="l">
              <a:defRPr sz="2025" b="0">
                <a:solidFill>
                  <a:srgbClr val="516475"/>
                </a:solidFill>
                <a:latin typeface="Inter"/>
                <a:ea typeface="Inter"/>
                <a:cs typeface="Inter"/>
              </a:defRPr>
            </a:lvl8pPr>
            <a:lvl9pPr algn="l">
              <a:defRPr sz="2025" b="0">
                <a:solidFill>
                  <a:srgbClr val="516475"/>
                </a:solidFill>
                <a:latin typeface="Inter"/>
                <a:ea typeface="Inter"/>
                <a:cs typeface="Inter"/>
              </a:defRPr>
            </a:lvl9pPr>
          </a:lstStyle>
          <a:p xmlns:a="http://schemas.openxmlformats.org/drawingml/2006/main">
            <a:pPr algn="l">
              <a:defRPr sz="2025" b="0">
                <a:solidFill>
                  <a:srgbClr val="516475"/>
                </a:solidFill>
                <a:latin typeface="Inter"/>
                <a:ea typeface="Inter"/>
                <a:cs typeface="Inter"/>
              </a:defRPr>
            </a:pPr>
            <a:r>
              <a:rPr sz="2025" b="0">
                <a:solidFill>
                  <a:srgbClr val="516475"/>
                </a:solidFill>
                <a:latin typeface="Inter"/>
                <a:ea typeface="Inter"/>
                <a:cs typeface="Inter"/>
              </a:rPr>
              <a:t>Font Inter, bố cục 16:9</a:t>
            </a:r>
          </a:p>
        </p:txBody>
      </p:sp>
    </p:spTree>
    <p:extLst>
      <p:ext uri="{BB962C8B-B14F-4D97-AF65-F5344CB8AC3E}">
        <p14:creationId xmlns:p14="http://schemas.microsoft.com/office/powerpoint/2010/main" val="17602098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2026-10-27T04:31:50.1360000Z</dcterms:created>
  <dcterms:modified xsi:type="dcterms:W3CDTF">2026-10-27T04:31:50.1360000Z</dcterms:modified>
</coreProperties>
</file>